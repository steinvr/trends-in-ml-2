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b47547867204808" /><Relationship Type="http://schemas.openxmlformats.org/officeDocument/2006/relationships/extended-properties" Target="/docProps/app.xml" Id="R29e1f1b343a3409a" /><Relationship Type="http://schemas.openxmlformats.org/officeDocument/2006/relationships/officeDocument" Target="/ppt/presentation.xml" Id="Rad6db3efe7e24a2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056e33e9d704206"/>
  </p:sldMasterIdLst>
  <p:notesMasterIdLst>
    <p:notesMasterId xmlns:r="http://schemas.openxmlformats.org/officeDocument/2006/relationships" r:id="R0434b72015aa4079"/>
  </p:notesMasterIdLst>
  <p:sldIdLst>
    <p:sldId xmlns:r="http://schemas.openxmlformats.org/officeDocument/2006/relationships" id="256" r:id="Rd27c4a35fac64ee1"/>
  </p:sldIdLst>
  <p:sldSz cx="30276000" cy="21384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62951f380e1433f" /><Relationship Type="http://schemas.openxmlformats.org/officeDocument/2006/relationships/slideMaster" Target="/ppt/slideMasters/slideMaster1.xml" Id="R9056e33e9d704206" /><Relationship Type="http://schemas.openxmlformats.org/officeDocument/2006/relationships/notesMaster" Target="/ppt/notesMasters/notesMaster1.xml" Id="R0434b72015aa4079" /><Relationship Type="http://schemas.openxmlformats.org/officeDocument/2006/relationships/presProps" Target="/ppt/presProps.xml" Id="R74f58488400d42e6" /><Relationship Type="http://schemas.openxmlformats.org/officeDocument/2006/relationships/tableStyles" Target="/ppt/tableStyles.xml" Id="R6e59e747e6284920" /><Relationship Type="http://schemas.openxmlformats.org/officeDocument/2006/relationships/slide" Target="/ppt/slides/slide1.xml" Id="Rd27c4a35fac64ee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e97a124748c42f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7249321c2b643b2" /><Relationship Type="http://schemas.openxmlformats.org/officeDocument/2006/relationships/notesMaster" Target="/ppt/notesMasters/notesMaster1.xml" Id="R7d9ef11ff395494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Faithful editable reconstruction of the approved layout-v4 poster. Source: ../index.html and ../poster.pdf. Text, cards, plot series and data labels are native editable objects; charts use grouped vector elements to preserve the approved layout rather than Excel chart objects. Icons and university logo are vector SVG graphics. Measurements: ../../results/metrics.csv. Scientific text: external/Final layout and text.pdf. Code and reproducibility: https://github.com/SteinVR/Trends-in-NLP-Poster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a0119825db6478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fd7f350a05e4bc1" /><Relationship Type="http://schemas.openxmlformats.org/officeDocument/2006/relationships/slideLayout" Target="/ppt/slideLayouts/slideLayout1.xml" Id="R25f7eed9637749d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5f7eed9637749d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1338097a9646ba" /><Relationship Type="http://schemas.openxmlformats.org/officeDocument/2006/relationships/image" Target="/ppt/media/image.png" Id="Rfc804368da8f460b" /><Relationship Type="http://schemas.openxmlformats.org/officeDocument/2006/relationships/image" Target="/ppt/media/image.svg" Id="Rd4f289a3a9b0470b" /><Relationship Type="http://schemas.openxmlformats.org/officeDocument/2006/relationships/image" Target="/ppt/media/image2.png" Id="R1de0a2d8709f473d" /><Relationship Type="http://schemas.openxmlformats.org/officeDocument/2006/relationships/image" Target="/ppt/media/image2.svg" Id="R0236f11125004989" /><Relationship Type="http://schemas.openxmlformats.org/officeDocument/2006/relationships/image" Target="/ppt/media/image3.png" Id="R1dcb0a0ec22249d3" /><Relationship Type="http://schemas.openxmlformats.org/officeDocument/2006/relationships/image" Target="/ppt/media/image3.svg" Id="R0e0562fac043487e" /><Relationship Type="http://schemas.openxmlformats.org/officeDocument/2006/relationships/image" Target="/ppt/media/image4.png" Id="Ra3bf8f748f944627" /><Relationship Type="http://schemas.openxmlformats.org/officeDocument/2006/relationships/image" Target="/ppt/media/image4.svg" Id="R04086f6da4624f9d" /><Relationship Type="http://schemas.openxmlformats.org/officeDocument/2006/relationships/image" Target="/ppt/media/image5.png" Id="R8b0359b7fc9e475a" /><Relationship Type="http://schemas.openxmlformats.org/officeDocument/2006/relationships/image" Target="/ppt/media/image5.svg" Id="Rd8c012d6541b4d67" /><Relationship Type="http://schemas.openxmlformats.org/officeDocument/2006/relationships/image" Target="/ppt/media/image6.png" Id="Rf5f1f5d0a3ca45c7" /><Relationship Type="http://schemas.openxmlformats.org/officeDocument/2006/relationships/image" Target="/ppt/media/image6.svg" Id="R5c8adca68ae34b55" /><Relationship Type="http://schemas.openxmlformats.org/officeDocument/2006/relationships/image" Target="/ppt/media/image7.png" Id="Re084cc728f2341d5" /><Relationship Type="http://schemas.openxmlformats.org/officeDocument/2006/relationships/image" Target="/ppt/media/image7.svg" Id="R36eab8183e3c4004" /><Relationship Type="http://schemas.openxmlformats.org/officeDocument/2006/relationships/image" Target="/ppt/media/image8.png" Id="Reb52887b920e4b13" /><Relationship Type="http://schemas.openxmlformats.org/officeDocument/2006/relationships/image" Target="/ppt/media/image8.svg" Id="R2fdb27ae523d4b6b" /><Relationship Type="http://schemas.openxmlformats.org/officeDocument/2006/relationships/image" Target="/ppt/media/image9.png" Id="Rb4fb08ccdc5d41a6" /><Relationship Type="http://schemas.openxmlformats.org/officeDocument/2006/relationships/image" Target="/ppt/media/image9.svg" Id="R50a5b27f92cc4e7a" /><Relationship Type="http://schemas.openxmlformats.org/officeDocument/2006/relationships/image" Target="/ppt/media/image10.png" Id="Rfbc1cd89e4ce4903" /><Relationship Type="http://schemas.openxmlformats.org/officeDocument/2006/relationships/image" Target="/ppt/media/image10.svg" Id="R314ecc830f024ed7" /><Relationship Type="http://schemas.openxmlformats.org/officeDocument/2006/relationships/image" Target="/ppt/media/image11.png" Id="Rea475a0cb4b64a65" /><Relationship Type="http://schemas.openxmlformats.org/officeDocument/2006/relationships/image" Target="/ppt/media/image11.svg" Id="Rf9eb3c8ec0254adf" /><Relationship Type="http://schemas.openxmlformats.org/officeDocument/2006/relationships/notesSlide" Target="/ppt/notesSlides/notesSlide1.xml" Id="R7960bf70ee4e48d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2" name="s0">
            <a:extLst xmlns:a="http://schemas.openxmlformats.org/drawingml/2006/main">
              <a:ext uri="{FF2B5EF4-FFF2-40B4-BE49-F238E27FC236}">
                <a16:creationId xmlns:a16="http://schemas.microsoft.com/office/drawing/2014/main" id="{3CD58625-B7A1-4E02-9F61-FCEBA9D53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982" y="1179612"/>
            <a:ext cx="29699992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CBDC"/>
          </a:solidFill>
          <a:ln xmlns:a="http://schemas.openxmlformats.org/drawingml/2006/main" w="0">
            <a:noFill/>
          </a:ln>
        </p:spPr>
      </p:sp>
      <p:sp>
        <p:nvSpPr>
          <p:cNvPr id="2" name="s1">
            <a:extLst xmlns:a="http://schemas.openxmlformats.org/drawingml/2006/main">
              <a:ext uri="{FF2B5EF4-FFF2-40B4-BE49-F238E27FC236}">
                <a16:creationId xmlns:a16="http://schemas.microsoft.com/office/drawing/2014/main" id="{D797143C-24C9-4F09-B7DC-E09DF27B3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982" y="1370112"/>
            <a:ext cx="8612981" cy="517327"/>
          </a:xfrm>
          <a:prstGeom xmlns:a="http://schemas.openxmlformats.org/drawingml/2006/main" prst="roundRect">
            <a:avLst>
              <a:gd name="adj" fmla="val 11047"/>
            </a:avLst>
          </a:prstGeom>
          <a:gradFill xmlns:a="http://schemas.openxmlformats.org/drawingml/2006/main">
            <a:gsLst>
              <a:gs pos="0">
                <a:srgbClr val="056097"/>
              </a:gs>
              <a:gs pos="100000">
                <a:srgbClr val="0071AE"/>
              </a:gs>
            </a:gsLst>
            <a:lin ang="0"/>
          </a:gradFill>
          <a:ln xmlns:a="http://schemas.openxmlformats.org/drawingml/2006/main" w="0">
            <a:noFill/>
          </a:ln>
        </p:spPr>
      </p:sp>
      <p:sp>
        <p:nvSpPr>
          <p:cNvPr id="3" name="s2">
            <a:extLst xmlns:a="http://schemas.openxmlformats.org/drawingml/2006/main">
              <a:ext uri="{FF2B5EF4-FFF2-40B4-BE49-F238E27FC236}">
                <a16:creationId xmlns:a16="http://schemas.microsoft.com/office/drawing/2014/main" id="{47374FEE-FD7E-4928-A34F-618F4966E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982" y="1887438"/>
            <a:ext cx="8612981" cy="3466505"/>
          </a:xfrm>
          <a:prstGeom xmlns:a="http://schemas.openxmlformats.org/drawingml/2006/main" prst="roundRect">
            <a:avLst>
              <a:gd name="adj" fmla="val 2473"/>
            </a:avLst>
          </a:prstGeom>
          <a:solidFill xmlns:a="http://schemas.openxmlformats.org/drawingml/2006/main">
            <a:srgbClr val="F2F8FC"/>
          </a:solidFill>
          <a:ln xmlns:a="http://schemas.openxmlformats.org/drawingml/2006/main" w="9525">
            <a:solidFill>
              <a:srgbClr val="D9E9F1"/>
            </a:solidFill>
          </a:ln>
        </p:spPr>
      </p:sp>
      <p:sp>
        <p:nvSpPr>
          <p:cNvPr id="4" name="s3">
            <a:extLst xmlns:a="http://schemas.openxmlformats.org/drawingml/2006/main">
              <a:ext uri="{FF2B5EF4-FFF2-40B4-BE49-F238E27FC236}">
                <a16:creationId xmlns:a16="http://schemas.microsoft.com/office/drawing/2014/main" id="{3010196C-CDEC-46AB-882E-16F0A6988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982" y="5602784"/>
            <a:ext cx="8612981" cy="517327"/>
          </a:xfrm>
          <a:prstGeom xmlns:a="http://schemas.openxmlformats.org/drawingml/2006/main" prst="roundRect">
            <a:avLst>
              <a:gd name="adj" fmla="val 11047"/>
            </a:avLst>
          </a:prstGeom>
          <a:gradFill xmlns:a="http://schemas.openxmlformats.org/drawingml/2006/main">
            <a:gsLst>
              <a:gs pos="0">
                <a:srgbClr val="056097"/>
              </a:gs>
              <a:gs pos="100000">
                <a:srgbClr val="0071AE"/>
              </a:gs>
            </a:gsLst>
            <a:lin ang="0"/>
          </a:gradFill>
          <a:ln xmlns:a="http://schemas.openxmlformats.org/drawingml/2006/main" w="0">
            <a:noFill/>
          </a:ln>
        </p:spPr>
      </p:sp>
      <p:sp>
        <p:nvSpPr>
          <p:cNvPr id="5" name="s4">
            <a:extLst xmlns:a="http://schemas.openxmlformats.org/drawingml/2006/main">
              <a:ext uri="{FF2B5EF4-FFF2-40B4-BE49-F238E27FC236}">
                <a16:creationId xmlns:a16="http://schemas.microsoft.com/office/drawing/2014/main" id="{C89BBFB8-4A91-416B-86F7-20F835D0F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982" y="6120110"/>
            <a:ext cx="8612981" cy="4936927"/>
          </a:xfrm>
          <a:prstGeom xmlns:a="http://schemas.openxmlformats.org/drawingml/2006/main" prst="roundRect">
            <a:avLst>
              <a:gd name="adj" fmla="val 1736"/>
            </a:avLst>
          </a:prstGeom>
          <a:solidFill xmlns:a="http://schemas.openxmlformats.org/drawingml/2006/main">
            <a:srgbClr val="F2F8FC"/>
          </a:solidFill>
          <a:ln xmlns:a="http://schemas.openxmlformats.org/drawingml/2006/main" w="9525">
            <a:solidFill>
              <a:srgbClr val="D9E9F1"/>
            </a:solidFill>
          </a:ln>
        </p:spPr>
      </p:sp>
      <p:sp>
        <p:nvSpPr>
          <p:cNvPr id="6" name="s5">
            <a:extLst xmlns:a="http://schemas.openxmlformats.org/drawingml/2006/main">
              <a:ext uri="{FF2B5EF4-FFF2-40B4-BE49-F238E27FC236}">
                <a16:creationId xmlns:a16="http://schemas.microsoft.com/office/drawing/2014/main" id="{D2B81020-E685-4363-A0C1-826758BDA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982" y="11305877"/>
            <a:ext cx="8612981" cy="517327"/>
          </a:xfrm>
          <a:prstGeom xmlns:a="http://schemas.openxmlformats.org/drawingml/2006/main" prst="roundRect">
            <a:avLst>
              <a:gd name="adj" fmla="val 11047"/>
            </a:avLst>
          </a:prstGeom>
          <a:gradFill xmlns:a="http://schemas.openxmlformats.org/drawingml/2006/main">
            <a:gsLst>
              <a:gs pos="0">
                <a:srgbClr val="056097"/>
              </a:gs>
              <a:gs pos="100000">
                <a:srgbClr val="0071AE"/>
              </a:gs>
            </a:gsLst>
            <a:lin ang="0"/>
          </a:gradFill>
          <a:ln xmlns:a="http://schemas.openxmlformats.org/drawingml/2006/main" w="0">
            <a:noFill/>
          </a:ln>
        </p:spPr>
      </p:sp>
      <p:sp>
        <p:nvSpPr>
          <p:cNvPr id="7" name="s6">
            <a:extLst xmlns:a="http://schemas.openxmlformats.org/drawingml/2006/main">
              <a:ext uri="{FF2B5EF4-FFF2-40B4-BE49-F238E27FC236}">
                <a16:creationId xmlns:a16="http://schemas.microsoft.com/office/drawing/2014/main" id="{251698C6-3FF6-49E5-B370-D2CF57F95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982" y="11823204"/>
            <a:ext cx="8612981" cy="1371302"/>
          </a:xfrm>
          <a:prstGeom xmlns:a="http://schemas.openxmlformats.org/drawingml/2006/main" prst="roundRect">
            <a:avLst>
              <a:gd name="adj" fmla="val 6251"/>
            </a:avLst>
          </a:prstGeom>
          <a:solidFill xmlns:a="http://schemas.openxmlformats.org/drawingml/2006/main">
            <a:srgbClr val="EAF5FC"/>
          </a:solidFill>
          <a:ln xmlns:a="http://schemas.openxmlformats.org/drawingml/2006/main" w="9525">
            <a:solidFill>
              <a:srgbClr val="D9E9F1"/>
            </a:solidFill>
          </a:ln>
        </p:spPr>
      </p:sp>
      <p:sp>
        <p:nvSpPr>
          <p:cNvPr id="8" name="s7">
            <a:extLst xmlns:a="http://schemas.openxmlformats.org/drawingml/2006/main">
              <a:ext uri="{FF2B5EF4-FFF2-40B4-BE49-F238E27FC236}">
                <a16:creationId xmlns:a16="http://schemas.microsoft.com/office/drawing/2014/main" id="{D035BF2E-8859-4839-B94B-4FF4AE94E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982" y="13443347"/>
            <a:ext cx="8612981" cy="517327"/>
          </a:xfrm>
          <a:prstGeom xmlns:a="http://schemas.openxmlformats.org/drawingml/2006/main" prst="roundRect">
            <a:avLst>
              <a:gd name="adj" fmla="val 11047"/>
            </a:avLst>
          </a:prstGeom>
          <a:gradFill xmlns:a="http://schemas.openxmlformats.org/drawingml/2006/main">
            <a:gsLst>
              <a:gs pos="0">
                <a:srgbClr val="056097"/>
              </a:gs>
              <a:gs pos="100000">
                <a:srgbClr val="0071AE"/>
              </a:gs>
            </a:gsLst>
            <a:lin ang="0"/>
          </a:gradFill>
          <a:ln xmlns:a="http://schemas.openxmlformats.org/drawingml/2006/main" w="0">
            <a:noFill/>
          </a:ln>
        </p:spPr>
      </p:sp>
      <p:sp>
        <p:nvSpPr>
          <p:cNvPr id="9" name="s8">
            <a:extLst xmlns:a="http://schemas.openxmlformats.org/drawingml/2006/main">
              <a:ext uri="{FF2B5EF4-FFF2-40B4-BE49-F238E27FC236}">
                <a16:creationId xmlns:a16="http://schemas.microsoft.com/office/drawing/2014/main" id="{158428FA-864C-45CD-948D-0382AD74D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982" y="13960673"/>
            <a:ext cx="8612981" cy="2186583"/>
          </a:xfrm>
          <a:prstGeom xmlns:a="http://schemas.openxmlformats.org/drawingml/2006/main" prst="roundRect">
            <a:avLst>
              <a:gd name="adj" fmla="val 3921"/>
            </a:avLst>
          </a:prstGeom>
          <a:solidFill xmlns:a="http://schemas.openxmlformats.org/drawingml/2006/main">
            <a:srgbClr val="F2F8FC"/>
          </a:solidFill>
          <a:ln xmlns:a="http://schemas.openxmlformats.org/drawingml/2006/main" w="9525">
            <a:solidFill>
              <a:srgbClr val="D9E9F1"/>
            </a:solidFill>
          </a:ln>
        </p:spPr>
      </p:sp>
      <p:sp>
        <p:nvSpPr>
          <p:cNvPr id="10" name="s9">
            <a:extLst xmlns:a="http://schemas.openxmlformats.org/drawingml/2006/main">
              <a:ext uri="{FF2B5EF4-FFF2-40B4-BE49-F238E27FC236}">
                <a16:creationId xmlns:a16="http://schemas.microsoft.com/office/drawing/2014/main" id="{C04F0E3C-71FB-4541-A0C8-76C4CE71F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982" y="16396097"/>
            <a:ext cx="8612981" cy="517327"/>
          </a:xfrm>
          <a:prstGeom xmlns:a="http://schemas.openxmlformats.org/drawingml/2006/main" prst="roundRect">
            <a:avLst>
              <a:gd name="adj" fmla="val 11047"/>
            </a:avLst>
          </a:prstGeom>
          <a:gradFill xmlns:a="http://schemas.openxmlformats.org/drawingml/2006/main">
            <a:gsLst>
              <a:gs pos="0">
                <a:srgbClr val="056097"/>
              </a:gs>
              <a:gs pos="100000">
                <a:srgbClr val="0071AE"/>
              </a:gs>
            </a:gsLst>
            <a:lin ang="0"/>
          </a:gradFill>
          <a:ln xmlns:a="http://schemas.openxmlformats.org/drawingml/2006/main" w="0">
            <a:noFill/>
          </a:ln>
        </p:spPr>
      </p:sp>
      <p:sp>
        <p:nvSpPr>
          <p:cNvPr id="11" name="s10">
            <a:extLst xmlns:a="http://schemas.openxmlformats.org/drawingml/2006/main">
              <a:ext uri="{FF2B5EF4-FFF2-40B4-BE49-F238E27FC236}">
                <a16:creationId xmlns:a16="http://schemas.microsoft.com/office/drawing/2014/main" id="{5BB38BBB-8DBF-4BB0-B89A-19D5A388B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982" y="16970573"/>
            <a:ext cx="8612981" cy="4125367"/>
          </a:xfrm>
          <a:prstGeom xmlns:a="http://schemas.openxmlformats.org/drawingml/2006/main" prst="roundRect">
            <a:avLst>
              <a:gd name="adj" fmla="val 20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12" name="s11">
            <a:extLst xmlns:a="http://schemas.openxmlformats.org/drawingml/2006/main">
              <a:ext uri="{FF2B5EF4-FFF2-40B4-BE49-F238E27FC236}">
                <a16:creationId xmlns:a16="http://schemas.microsoft.com/office/drawing/2014/main" id="{3B2E543E-151C-4E33-B04E-5F1BC4982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982" y="16970573"/>
            <a:ext cx="8612981" cy="1550343"/>
          </a:xfrm>
          <a:prstGeom xmlns:a="http://schemas.openxmlformats.org/drawingml/2006/main" prst="roundRect">
            <a:avLst>
              <a:gd name="adj" fmla="val 4915"/>
            </a:avLst>
          </a:prstGeom>
          <a:solidFill xmlns:a="http://schemas.openxmlformats.org/drawingml/2006/main">
            <a:srgbClr val="EAF4FB"/>
          </a:solidFill>
          <a:ln xmlns:a="http://schemas.openxmlformats.org/drawingml/2006/main" w="0">
            <a:noFill/>
          </a:ln>
        </p:spPr>
      </p:sp>
      <p:sp>
        <p:nvSpPr>
          <p:cNvPr id="13" name="s12">
            <a:extLst xmlns:a="http://schemas.openxmlformats.org/drawingml/2006/main">
              <a:ext uri="{FF2B5EF4-FFF2-40B4-BE49-F238E27FC236}">
                <a16:creationId xmlns:a16="http://schemas.microsoft.com/office/drawing/2014/main" id="{15E5FAED-2C1E-444C-9A62-5EB3B917C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982" y="18578066"/>
            <a:ext cx="8612981" cy="1230362"/>
          </a:xfrm>
          <a:prstGeom xmlns:a="http://schemas.openxmlformats.org/drawingml/2006/main" prst="roundRect">
            <a:avLst>
              <a:gd name="adj" fmla="val 6193"/>
            </a:avLst>
          </a:prstGeom>
          <a:solidFill xmlns:a="http://schemas.openxmlformats.org/drawingml/2006/main">
            <a:srgbClr val="EFF7E9"/>
          </a:solidFill>
          <a:ln xmlns:a="http://schemas.openxmlformats.org/drawingml/2006/main" w="0">
            <a:noFill/>
          </a:ln>
        </p:spPr>
      </p:sp>
      <p:sp>
        <p:nvSpPr>
          <p:cNvPr id="14" name="s13">
            <a:extLst xmlns:a="http://schemas.openxmlformats.org/drawingml/2006/main">
              <a:ext uri="{FF2B5EF4-FFF2-40B4-BE49-F238E27FC236}">
                <a16:creationId xmlns:a16="http://schemas.microsoft.com/office/drawing/2014/main" id="{BA32288F-50B1-45FB-BD45-D11F3D785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982" y="19865578"/>
            <a:ext cx="8612981" cy="1230362"/>
          </a:xfrm>
          <a:prstGeom xmlns:a="http://schemas.openxmlformats.org/drawingml/2006/main" prst="roundRect">
            <a:avLst>
              <a:gd name="adj" fmla="val 6193"/>
            </a:avLst>
          </a:prstGeom>
          <a:solidFill xmlns:a="http://schemas.openxmlformats.org/drawingml/2006/main">
            <a:srgbClr val="F2EBFA"/>
          </a:solidFill>
          <a:ln xmlns:a="http://schemas.openxmlformats.org/drawingml/2006/main" w="0">
            <a:noFill/>
          </a:ln>
        </p:spPr>
      </p:sp>
      <p:sp>
        <p:nvSpPr>
          <p:cNvPr id="15" name="s14">
            <a:extLst xmlns:a="http://schemas.openxmlformats.org/drawingml/2006/main">
              <a:ext uri="{FF2B5EF4-FFF2-40B4-BE49-F238E27FC236}">
                <a16:creationId xmlns:a16="http://schemas.microsoft.com/office/drawing/2014/main" id="{637F59D8-7793-4584-9356-55A92EF20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2414" y="1370112"/>
            <a:ext cx="11731377" cy="517327"/>
          </a:xfrm>
          <a:prstGeom xmlns:a="http://schemas.openxmlformats.org/drawingml/2006/main" prst="roundRect">
            <a:avLst>
              <a:gd name="adj" fmla="val 11047"/>
            </a:avLst>
          </a:prstGeom>
          <a:gradFill xmlns:a="http://schemas.openxmlformats.org/drawingml/2006/main">
            <a:gsLst>
              <a:gs pos="0">
                <a:srgbClr val="056097"/>
              </a:gs>
              <a:gs pos="100000">
                <a:srgbClr val="0071AE"/>
              </a:gs>
            </a:gsLst>
            <a:lin ang="0"/>
          </a:gradFill>
          <a:ln xmlns:a="http://schemas.openxmlformats.org/drawingml/2006/main" w="0">
            <a:noFill/>
          </a:ln>
        </p:spPr>
      </p:sp>
      <p:sp>
        <p:nvSpPr>
          <p:cNvPr id="16" name="s15">
            <a:extLst xmlns:a="http://schemas.openxmlformats.org/drawingml/2006/main">
              <a:ext uri="{FF2B5EF4-FFF2-40B4-BE49-F238E27FC236}">
                <a16:creationId xmlns:a16="http://schemas.microsoft.com/office/drawing/2014/main" id="{38C9C283-0E8C-482B-86E7-F170F5E07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2414" y="1887438"/>
            <a:ext cx="11731377" cy="10341025"/>
          </a:xfrm>
          <a:prstGeom xmlns:a="http://schemas.openxmlformats.org/drawingml/2006/main" prst="roundRect">
            <a:avLst>
              <a:gd name="adj" fmla="val 829"/>
            </a:avLst>
          </a:prstGeom>
          <a:solidFill xmlns:a="http://schemas.openxmlformats.org/drawingml/2006/main">
            <a:srgbClr val="F2F8FC"/>
          </a:solidFill>
          <a:ln xmlns:a="http://schemas.openxmlformats.org/drawingml/2006/main" w="9525">
            <a:solidFill>
              <a:srgbClr val="D9E9F1"/>
            </a:solidFill>
          </a:ln>
        </p:spPr>
      </p:sp>
      <p:sp>
        <p:nvSpPr>
          <p:cNvPr id="17" name="s16">
            <a:extLst xmlns:a="http://schemas.openxmlformats.org/drawingml/2006/main">
              <a:ext uri="{FF2B5EF4-FFF2-40B4-BE49-F238E27FC236}">
                <a16:creationId xmlns:a16="http://schemas.microsoft.com/office/drawing/2014/main" id="{CAE9DBE5-16AA-4816-947E-EA4068AD3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4339" y="4696718"/>
            <a:ext cx="11407527" cy="1338858"/>
          </a:xfrm>
          <a:prstGeom xmlns:a="http://schemas.openxmlformats.org/drawingml/2006/main" prst="roundRect">
            <a:avLst>
              <a:gd name="adj" fmla="val 5691"/>
            </a:avLst>
          </a:prstGeom>
          <a:solidFill xmlns:a="http://schemas.openxmlformats.org/drawingml/2006/main">
            <a:srgbClr val="E6F3FB"/>
          </a:solidFill>
          <a:ln xmlns:a="http://schemas.openxmlformats.org/drawingml/2006/main" w="9525">
            <a:solidFill>
              <a:srgbClr val="CFDFEB"/>
            </a:solidFill>
          </a:ln>
        </p:spPr>
      </p:sp>
      <p:sp>
        <p:nvSpPr>
          <p:cNvPr id="18" name="s17">
            <a:extLst xmlns:a="http://schemas.openxmlformats.org/drawingml/2006/main">
              <a:ext uri="{FF2B5EF4-FFF2-40B4-BE49-F238E27FC236}">
                <a16:creationId xmlns:a16="http://schemas.microsoft.com/office/drawing/2014/main" id="{CB0E684F-AF22-4A87-BE79-35D4A4501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4339" y="6168926"/>
            <a:ext cx="3726210" cy="426541"/>
          </a:xfrm>
          <a:prstGeom xmlns:a="http://schemas.openxmlformats.org/drawingml/2006/main" prst="roundRect">
            <a:avLst>
              <a:gd name="adj" fmla="val 13398"/>
            </a:avLst>
          </a:prstGeom>
          <a:solidFill xmlns:a="http://schemas.openxmlformats.org/drawingml/2006/main">
            <a:srgbClr val="EAF5FC"/>
          </a:solidFill>
          <a:ln xmlns:a="http://schemas.openxmlformats.org/drawingml/2006/main" w="0">
            <a:noFill/>
          </a:ln>
        </p:spPr>
      </p:sp>
      <p:sp>
        <p:nvSpPr>
          <p:cNvPr id="19" name="s18">
            <a:extLst xmlns:a="http://schemas.openxmlformats.org/drawingml/2006/main">
              <a:ext uri="{FF2B5EF4-FFF2-40B4-BE49-F238E27FC236}">
                <a16:creationId xmlns:a16="http://schemas.microsoft.com/office/drawing/2014/main" id="{5649FBA5-2466-4265-A868-69ECEBF76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74848" y="6168926"/>
            <a:ext cx="3726359" cy="426541"/>
          </a:xfrm>
          <a:prstGeom xmlns:a="http://schemas.openxmlformats.org/drawingml/2006/main" prst="roundRect">
            <a:avLst>
              <a:gd name="adj" fmla="val 13398"/>
            </a:avLst>
          </a:prstGeom>
          <a:solidFill xmlns:a="http://schemas.openxmlformats.org/drawingml/2006/main">
            <a:srgbClr val="EEF7E9"/>
          </a:solidFill>
          <a:ln xmlns:a="http://schemas.openxmlformats.org/drawingml/2006/main" w="0">
            <a:noFill/>
          </a:ln>
        </p:spPr>
      </p:sp>
      <p:sp>
        <p:nvSpPr>
          <p:cNvPr id="20" name="s19">
            <a:extLst xmlns:a="http://schemas.openxmlformats.org/drawingml/2006/main">
              <a:ext uri="{FF2B5EF4-FFF2-40B4-BE49-F238E27FC236}">
                <a16:creationId xmlns:a16="http://schemas.microsoft.com/office/drawing/2014/main" id="{BBA19F8A-06E2-488D-AF6A-FB41F72B3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15507" y="6168926"/>
            <a:ext cx="1806029" cy="426541"/>
          </a:xfrm>
          <a:prstGeom xmlns:a="http://schemas.openxmlformats.org/drawingml/2006/main" prst="roundRect">
            <a:avLst>
              <a:gd name="adj" fmla="val 13398"/>
            </a:avLst>
          </a:prstGeom>
          <a:solidFill xmlns:a="http://schemas.openxmlformats.org/drawingml/2006/main">
            <a:srgbClr val="FFF1E5"/>
          </a:solidFill>
          <a:ln xmlns:a="http://schemas.openxmlformats.org/drawingml/2006/main" w="0">
            <a:noFill/>
          </a:ln>
        </p:spPr>
      </p:sp>
      <p:sp>
        <p:nvSpPr>
          <p:cNvPr id="21" name="s20">
            <a:extLst xmlns:a="http://schemas.openxmlformats.org/drawingml/2006/main">
              <a:ext uri="{FF2B5EF4-FFF2-40B4-BE49-F238E27FC236}">
                <a16:creationId xmlns:a16="http://schemas.microsoft.com/office/drawing/2014/main" id="{B2DA5F05-A5B8-4C5B-B2C3-4D2204849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35836" y="6168926"/>
            <a:ext cx="1805880" cy="426541"/>
          </a:xfrm>
          <a:prstGeom xmlns:a="http://schemas.openxmlformats.org/drawingml/2006/main" prst="roundRect">
            <a:avLst>
              <a:gd name="adj" fmla="val 13398"/>
            </a:avLst>
          </a:prstGeom>
          <a:solidFill xmlns:a="http://schemas.openxmlformats.org/drawingml/2006/main">
            <a:srgbClr val="F1EAFB"/>
          </a:solidFill>
          <a:ln xmlns:a="http://schemas.openxmlformats.org/drawingml/2006/main" w="0">
            <a:noFill/>
          </a:ln>
        </p:spPr>
      </p:sp>
      <p:sp>
        <p:nvSpPr>
          <p:cNvPr id="22" name="s21">
            <a:extLst xmlns:a="http://schemas.openxmlformats.org/drawingml/2006/main">
              <a:ext uri="{FF2B5EF4-FFF2-40B4-BE49-F238E27FC236}">
                <a16:creationId xmlns:a16="http://schemas.microsoft.com/office/drawing/2014/main" id="{A225DF66-3893-41B3-882F-5E9584D86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4339" y="6671667"/>
            <a:ext cx="1805880" cy="4573935"/>
          </a:xfrm>
          <a:prstGeom xmlns:a="http://schemas.openxmlformats.org/drawingml/2006/main" prst="roundRect">
            <a:avLst>
              <a:gd name="adj" fmla="val 4220"/>
            </a:avLst>
          </a:prstGeom>
          <a:solidFill xmlns:a="http://schemas.openxmlformats.org/drawingml/2006/main">
            <a:srgbClr val="EAF5FC"/>
          </a:solidFill>
          <a:ln xmlns:a="http://schemas.openxmlformats.org/drawingml/2006/main" w="9525">
            <a:solidFill>
              <a:srgbClr val="C7DCE8"/>
            </a:solidFill>
          </a:ln>
        </p:spPr>
      </p:sp>
      <p:sp>
        <p:nvSpPr>
          <p:cNvPr id="23" name="s22">
            <a:extLst xmlns:a="http://schemas.openxmlformats.org/drawingml/2006/main">
              <a:ext uri="{FF2B5EF4-FFF2-40B4-BE49-F238E27FC236}">
                <a16:creationId xmlns:a16="http://schemas.microsoft.com/office/drawing/2014/main" id="{8C8B85AB-D1A9-411D-AE6F-DE9A25704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3864" y="9748391"/>
            <a:ext cx="1786830" cy="1487686"/>
          </a:xfrm>
          <a:prstGeom xmlns:a="http://schemas.openxmlformats.org/drawingml/2006/main" prst="roundRect">
            <a:avLst>
              <a:gd name="adj" fmla="val 4482"/>
            </a:avLst>
          </a:prstGeom>
          <a:solidFill xmlns:a="http://schemas.openxmlformats.org/drawingml/2006/main">
            <a:srgbClr val="DCEEF9"/>
          </a:solidFill>
          <a:ln xmlns:a="http://schemas.openxmlformats.org/drawingml/2006/main" w="0">
            <a:noFill/>
          </a:ln>
        </p:spPr>
      </p:sp>
      <p:sp>
        <p:nvSpPr>
          <p:cNvPr id="24" name="s23">
            <a:extLst xmlns:a="http://schemas.openxmlformats.org/drawingml/2006/main">
              <a:ext uri="{FF2B5EF4-FFF2-40B4-BE49-F238E27FC236}">
                <a16:creationId xmlns:a16="http://schemas.microsoft.com/office/drawing/2014/main" id="{2F3D5BA1-3CCE-4E9F-A24D-089FD4A43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4519" y="6671667"/>
            <a:ext cx="1806029" cy="4573935"/>
          </a:xfrm>
          <a:prstGeom xmlns:a="http://schemas.openxmlformats.org/drawingml/2006/main" prst="roundRect">
            <a:avLst>
              <a:gd name="adj" fmla="val 4219"/>
            </a:avLst>
          </a:prstGeom>
          <a:solidFill xmlns:a="http://schemas.openxmlformats.org/drawingml/2006/main">
            <a:srgbClr val="EAF5FC"/>
          </a:solidFill>
          <a:ln xmlns:a="http://schemas.openxmlformats.org/drawingml/2006/main" w="9525">
            <a:solidFill>
              <a:srgbClr val="C7DCE8"/>
            </a:solidFill>
          </a:ln>
        </p:spPr>
      </p:sp>
      <p:sp>
        <p:nvSpPr>
          <p:cNvPr id="25" name="s24">
            <a:extLst xmlns:a="http://schemas.openxmlformats.org/drawingml/2006/main">
              <a:ext uri="{FF2B5EF4-FFF2-40B4-BE49-F238E27FC236}">
                <a16:creationId xmlns:a16="http://schemas.microsoft.com/office/drawing/2014/main" id="{BD634465-9ADC-464B-AAB1-09E29BD0F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4044" y="9748391"/>
            <a:ext cx="1786979" cy="1487686"/>
          </a:xfrm>
          <a:prstGeom xmlns:a="http://schemas.openxmlformats.org/drawingml/2006/main" prst="roundRect">
            <a:avLst>
              <a:gd name="adj" fmla="val 4482"/>
            </a:avLst>
          </a:prstGeom>
          <a:solidFill xmlns:a="http://schemas.openxmlformats.org/drawingml/2006/main">
            <a:srgbClr val="DCEEF9"/>
          </a:solidFill>
          <a:ln xmlns:a="http://schemas.openxmlformats.org/drawingml/2006/main" w="0">
            <a:noFill/>
          </a:ln>
        </p:spPr>
      </p:sp>
      <p:sp>
        <p:nvSpPr>
          <p:cNvPr id="26" name="s25">
            <a:extLst xmlns:a="http://schemas.openxmlformats.org/drawingml/2006/main">
              <a:ext uri="{FF2B5EF4-FFF2-40B4-BE49-F238E27FC236}">
                <a16:creationId xmlns:a16="http://schemas.microsoft.com/office/drawing/2014/main" id="{AAF18DEB-7940-4BE9-A640-DBD253D9C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74848" y="6671667"/>
            <a:ext cx="1806029" cy="4573935"/>
          </a:xfrm>
          <a:prstGeom xmlns:a="http://schemas.openxmlformats.org/drawingml/2006/main" prst="roundRect">
            <a:avLst>
              <a:gd name="adj" fmla="val 4219"/>
            </a:avLst>
          </a:prstGeom>
          <a:solidFill xmlns:a="http://schemas.openxmlformats.org/drawingml/2006/main">
            <a:srgbClr val="EEF7E9"/>
          </a:solidFill>
          <a:ln xmlns:a="http://schemas.openxmlformats.org/drawingml/2006/main" w="9525">
            <a:solidFill>
              <a:srgbClr val="C7DCE8"/>
            </a:solidFill>
          </a:ln>
        </p:spPr>
      </p:sp>
      <p:sp>
        <p:nvSpPr>
          <p:cNvPr id="27" name="s26">
            <a:extLst xmlns:a="http://schemas.openxmlformats.org/drawingml/2006/main">
              <a:ext uri="{FF2B5EF4-FFF2-40B4-BE49-F238E27FC236}">
                <a16:creationId xmlns:a16="http://schemas.microsoft.com/office/drawing/2014/main" id="{58E832C5-237A-42D8-B0F3-DAF10A081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84373" y="9748391"/>
            <a:ext cx="1786979" cy="1487686"/>
          </a:xfrm>
          <a:prstGeom xmlns:a="http://schemas.openxmlformats.org/drawingml/2006/main" prst="roundRect">
            <a:avLst>
              <a:gd name="adj" fmla="val 4482"/>
            </a:avLst>
          </a:prstGeom>
          <a:solidFill xmlns:a="http://schemas.openxmlformats.org/drawingml/2006/main">
            <a:srgbClr val="E1EFD9"/>
          </a:solidFill>
          <a:ln xmlns:a="http://schemas.openxmlformats.org/drawingml/2006/main" w="0">
            <a:noFill/>
          </a:ln>
        </p:spPr>
      </p:sp>
      <p:sp>
        <p:nvSpPr>
          <p:cNvPr id="28" name="s27">
            <a:extLst xmlns:a="http://schemas.openxmlformats.org/drawingml/2006/main">
              <a:ext uri="{FF2B5EF4-FFF2-40B4-BE49-F238E27FC236}">
                <a16:creationId xmlns:a16="http://schemas.microsoft.com/office/drawing/2014/main" id="{1459A333-07DF-4C1B-AF45-AF43D9561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5178" y="6671667"/>
            <a:ext cx="1806029" cy="4573935"/>
          </a:xfrm>
          <a:prstGeom xmlns:a="http://schemas.openxmlformats.org/drawingml/2006/main" prst="roundRect">
            <a:avLst>
              <a:gd name="adj" fmla="val 4219"/>
            </a:avLst>
          </a:prstGeom>
          <a:solidFill xmlns:a="http://schemas.openxmlformats.org/drawingml/2006/main">
            <a:srgbClr val="EEF7E9"/>
          </a:solidFill>
          <a:ln xmlns:a="http://schemas.openxmlformats.org/drawingml/2006/main" w="9525">
            <a:solidFill>
              <a:srgbClr val="C7DCE8"/>
            </a:solidFill>
          </a:ln>
        </p:spPr>
      </p:sp>
      <p:sp>
        <p:nvSpPr>
          <p:cNvPr id="29" name="s28">
            <a:extLst xmlns:a="http://schemas.openxmlformats.org/drawingml/2006/main">
              <a:ext uri="{FF2B5EF4-FFF2-40B4-BE49-F238E27FC236}">
                <a16:creationId xmlns:a16="http://schemas.microsoft.com/office/drawing/2014/main" id="{85D19033-C198-4180-A838-9446916D3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04703" y="9748391"/>
            <a:ext cx="1786979" cy="1487686"/>
          </a:xfrm>
          <a:prstGeom xmlns:a="http://schemas.openxmlformats.org/drawingml/2006/main" prst="roundRect">
            <a:avLst>
              <a:gd name="adj" fmla="val 4482"/>
            </a:avLst>
          </a:prstGeom>
          <a:solidFill xmlns:a="http://schemas.openxmlformats.org/drawingml/2006/main">
            <a:srgbClr val="E1EFD9"/>
          </a:solidFill>
          <a:ln xmlns:a="http://schemas.openxmlformats.org/drawingml/2006/main" w="0">
            <a:noFill/>
          </a:ln>
        </p:spPr>
      </p:sp>
      <p:sp>
        <p:nvSpPr>
          <p:cNvPr id="30" name="s29">
            <a:extLst xmlns:a="http://schemas.openxmlformats.org/drawingml/2006/main">
              <a:ext uri="{FF2B5EF4-FFF2-40B4-BE49-F238E27FC236}">
                <a16:creationId xmlns:a16="http://schemas.microsoft.com/office/drawing/2014/main" id="{8C20C4B7-00D3-47D3-A48D-9A2EF787F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15507" y="6671667"/>
            <a:ext cx="1806029" cy="4573935"/>
          </a:xfrm>
          <a:prstGeom xmlns:a="http://schemas.openxmlformats.org/drawingml/2006/main" prst="roundRect">
            <a:avLst>
              <a:gd name="adj" fmla="val 4219"/>
            </a:avLst>
          </a:prstGeom>
          <a:solidFill xmlns:a="http://schemas.openxmlformats.org/drawingml/2006/main">
            <a:srgbClr val="FFF1E5"/>
          </a:solidFill>
          <a:ln xmlns:a="http://schemas.openxmlformats.org/drawingml/2006/main" w="9525">
            <a:solidFill>
              <a:srgbClr val="C7DCE8"/>
            </a:solidFill>
          </a:ln>
        </p:spPr>
      </p:sp>
      <p:sp>
        <p:nvSpPr>
          <p:cNvPr id="31" name="s30">
            <a:extLst xmlns:a="http://schemas.openxmlformats.org/drawingml/2006/main">
              <a:ext uri="{FF2B5EF4-FFF2-40B4-BE49-F238E27FC236}">
                <a16:creationId xmlns:a16="http://schemas.microsoft.com/office/drawing/2014/main" id="{6F8BC1CB-DB1C-4EC9-B3AF-C411C5C37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25032" y="9748391"/>
            <a:ext cx="1786979" cy="1487686"/>
          </a:xfrm>
          <a:prstGeom xmlns:a="http://schemas.openxmlformats.org/drawingml/2006/main" prst="roundRect">
            <a:avLst>
              <a:gd name="adj" fmla="val 4482"/>
            </a:avLst>
          </a:prstGeom>
          <a:solidFill xmlns:a="http://schemas.openxmlformats.org/drawingml/2006/main">
            <a:srgbClr val="F8E3CF"/>
          </a:solidFill>
          <a:ln xmlns:a="http://schemas.openxmlformats.org/drawingml/2006/main" w="0">
            <a:noFill/>
          </a:ln>
        </p:spPr>
      </p:sp>
      <p:sp>
        <p:nvSpPr>
          <p:cNvPr id="32" name="s31">
            <a:extLst xmlns:a="http://schemas.openxmlformats.org/drawingml/2006/main">
              <a:ext uri="{FF2B5EF4-FFF2-40B4-BE49-F238E27FC236}">
                <a16:creationId xmlns:a16="http://schemas.microsoft.com/office/drawing/2014/main" id="{D403EBE7-5A2A-4AEE-9C57-FEDF90F42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35836" y="6671667"/>
            <a:ext cx="1805880" cy="4573935"/>
          </a:xfrm>
          <a:prstGeom xmlns:a="http://schemas.openxmlformats.org/drawingml/2006/main" prst="roundRect">
            <a:avLst>
              <a:gd name="adj" fmla="val 4220"/>
            </a:avLst>
          </a:prstGeom>
          <a:solidFill xmlns:a="http://schemas.openxmlformats.org/drawingml/2006/main">
            <a:srgbClr val="F1EAFB"/>
          </a:solidFill>
          <a:ln xmlns:a="http://schemas.openxmlformats.org/drawingml/2006/main" w="9525">
            <a:solidFill>
              <a:srgbClr val="C7DCE8"/>
            </a:solidFill>
          </a:ln>
        </p:spPr>
      </p:sp>
      <p:sp>
        <p:nvSpPr>
          <p:cNvPr id="33" name="s32">
            <a:extLst xmlns:a="http://schemas.openxmlformats.org/drawingml/2006/main">
              <a:ext uri="{FF2B5EF4-FFF2-40B4-BE49-F238E27FC236}">
                <a16:creationId xmlns:a16="http://schemas.microsoft.com/office/drawing/2014/main" id="{69BB4732-1A24-40EB-B35C-E08C1AD29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45361" y="9748391"/>
            <a:ext cx="1786830" cy="1487686"/>
          </a:xfrm>
          <a:prstGeom xmlns:a="http://schemas.openxmlformats.org/drawingml/2006/main" prst="roundRect">
            <a:avLst>
              <a:gd name="adj" fmla="val 4482"/>
            </a:avLst>
          </a:prstGeom>
          <a:solidFill xmlns:a="http://schemas.openxmlformats.org/drawingml/2006/main">
            <a:srgbClr val="E7DDF4"/>
          </a:solidFill>
          <a:ln xmlns:a="http://schemas.openxmlformats.org/drawingml/2006/main" w="0">
            <a:noFill/>
          </a:ln>
        </p:spPr>
      </p:sp>
      <p:sp>
        <p:nvSpPr>
          <p:cNvPr id="34" name="s33">
            <a:extLst xmlns:a="http://schemas.openxmlformats.org/drawingml/2006/main">
              <a:ext uri="{FF2B5EF4-FFF2-40B4-BE49-F238E27FC236}">
                <a16:creationId xmlns:a16="http://schemas.microsoft.com/office/drawing/2014/main" id="{E14A0C40-809F-4344-A024-18ACDB51A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4339" y="11350377"/>
            <a:ext cx="11407527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DE7"/>
          </a:solidFill>
          <a:ln xmlns:a="http://schemas.openxmlformats.org/drawingml/2006/main" w="0">
            <a:noFill/>
          </a:ln>
        </p:spPr>
      </p:sp>
      <p:sp>
        <p:nvSpPr>
          <p:cNvPr id="35" name="s34">
            <a:extLst xmlns:a="http://schemas.openxmlformats.org/drawingml/2006/main">
              <a:ext uri="{FF2B5EF4-FFF2-40B4-BE49-F238E27FC236}">
                <a16:creationId xmlns:a16="http://schemas.microsoft.com/office/drawing/2014/main" id="{359B52E0-4D12-4146-B3CA-7C965A632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2414" y="12323713"/>
            <a:ext cx="11731377" cy="517327"/>
          </a:xfrm>
          <a:prstGeom xmlns:a="http://schemas.openxmlformats.org/drawingml/2006/main" prst="roundRect">
            <a:avLst>
              <a:gd name="adj" fmla="val 11047"/>
            </a:avLst>
          </a:prstGeom>
          <a:gradFill xmlns:a="http://schemas.openxmlformats.org/drawingml/2006/main">
            <a:gsLst>
              <a:gs pos="0">
                <a:srgbClr val="056097"/>
              </a:gs>
              <a:gs pos="100000">
                <a:srgbClr val="0071AE"/>
              </a:gs>
            </a:gsLst>
            <a:lin ang="0"/>
          </a:gradFill>
          <a:ln xmlns:a="http://schemas.openxmlformats.org/drawingml/2006/main" w="0">
            <a:noFill/>
          </a:ln>
        </p:spPr>
      </p:sp>
      <p:sp>
        <p:nvSpPr>
          <p:cNvPr id="36" name="s35">
            <a:extLst xmlns:a="http://schemas.openxmlformats.org/drawingml/2006/main">
              <a:ext uri="{FF2B5EF4-FFF2-40B4-BE49-F238E27FC236}">
                <a16:creationId xmlns:a16="http://schemas.microsoft.com/office/drawing/2014/main" id="{3D949C51-51BF-4BD8-A1E2-4F35D700E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2414" y="12841039"/>
            <a:ext cx="11731377" cy="3316039"/>
          </a:xfrm>
          <a:prstGeom xmlns:a="http://schemas.openxmlformats.org/drawingml/2006/main" prst="roundRect">
            <a:avLst>
              <a:gd name="adj" fmla="val 2585"/>
            </a:avLst>
          </a:prstGeom>
          <a:solidFill xmlns:a="http://schemas.openxmlformats.org/drawingml/2006/main">
            <a:srgbClr val="F2F8FC"/>
          </a:solidFill>
          <a:ln xmlns:a="http://schemas.openxmlformats.org/drawingml/2006/main" w="9525">
            <a:solidFill>
              <a:srgbClr val="D9E9F1"/>
            </a:solidFill>
          </a:ln>
        </p:spPr>
      </p:sp>
      <p:sp>
        <p:nvSpPr>
          <p:cNvPr id="37" name="s36">
            <a:extLst xmlns:a="http://schemas.openxmlformats.org/drawingml/2006/main">
              <a:ext uri="{FF2B5EF4-FFF2-40B4-BE49-F238E27FC236}">
                <a16:creationId xmlns:a16="http://schemas.microsoft.com/office/drawing/2014/main" id="{C16A004A-7030-4750-98CD-1EA65805F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4339" y="14039106"/>
            <a:ext cx="3739009" cy="1984623"/>
          </a:xfrm>
          <a:prstGeom xmlns:a="http://schemas.openxmlformats.org/drawingml/2006/main" prst="roundRect">
            <a:avLst>
              <a:gd name="adj" fmla="val 3360"/>
            </a:avLst>
          </a:prstGeom>
          <a:solidFill xmlns:a="http://schemas.openxmlformats.org/drawingml/2006/main">
            <a:srgbClr val="EAF5FC"/>
          </a:solidFill>
          <a:ln xmlns:a="http://schemas.openxmlformats.org/drawingml/2006/main" w="0">
            <a:noFill/>
          </a:ln>
        </p:spPr>
      </p:sp>
      <p:sp>
        <p:nvSpPr>
          <p:cNvPr id="38" name="s37">
            <a:extLst xmlns:a="http://schemas.openxmlformats.org/drawingml/2006/main">
              <a:ext uri="{FF2B5EF4-FFF2-40B4-BE49-F238E27FC236}">
                <a16:creationId xmlns:a16="http://schemas.microsoft.com/office/drawing/2014/main" id="{8DF0DFC8-B8A3-4575-8768-C45905195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68598" y="14039106"/>
            <a:ext cx="3739009" cy="1984623"/>
          </a:xfrm>
          <a:prstGeom xmlns:a="http://schemas.openxmlformats.org/drawingml/2006/main" prst="roundRect">
            <a:avLst>
              <a:gd name="adj" fmla="val 3360"/>
            </a:avLst>
          </a:prstGeom>
          <a:solidFill xmlns:a="http://schemas.openxmlformats.org/drawingml/2006/main">
            <a:srgbClr val="EEF7E9"/>
          </a:solidFill>
          <a:ln xmlns:a="http://schemas.openxmlformats.org/drawingml/2006/main" w="0">
            <a:noFill/>
          </a:ln>
        </p:spPr>
      </p:sp>
      <p:sp>
        <p:nvSpPr>
          <p:cNvPr id="39" name="s38">
            <a:extLst xmlns:a="http://schemas.openxmlformats.org/drawingml/2006/main">
              <a:ext uri="{FF2B5EF4-FFF2-40B4-BE49-F238E27FC236}">
                <a16:creationId xmlns:a16="http://schemas.microsoft.com/office/drawing/2014/main" id="{E5F7F5A0-8889-4941-B805-B1CA9D185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02857" y="14039106"/>
            <a:ext cx="3739009" cy="1984623"/>
          </a:xfrm>
          <a:prstGeom xmlns:a="http://schemas.openxmlformats.org/drawingml/2006/main" prst="roundRect">
            <a:avLst>
              <a:gd name="adj" fmla="val 3360"/>
            </a:avLst>
          </a:prstGeom>
          <a:solidFill xmlns:a="http://schemas.openxmlformats.org/drawingml/2006/main">
            <a:srgbClr val="FFF1E5"/>
          </a:solidFill>
          <a:ln xmlns:a="http://schemas.openxmlformats.org/drawingml/2006/main" w="0">
            <a:noFill/>
          </a:ln>
        </p:spPr>
      </p:sp>
      <p:sp>
        <p:nvSpPr>
          <p:cNvPr id="40" name="s39">
            <a:extLst xmlns:a="http://schemas.openxmlformats.org/drawingml/2006/main">
              <a:ext uri="{FF2B5EF4-FFF2-40B4-BE49-F238E27FC236}">
                <a16:creationId xmlns:a16="http://schemas.microsoft.com/office/drawing/2014/main" id="{92EC0D82-62D5-4CF9-958B-09D121CF8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2414" y="16271825"/>
            <a:ext cx="11731377" cy="517327"/>
          </a:xfrm>
          <a:prstGeom xmlns:a="http://schemas.openxmlformats.org/drawingml/2006/main" prst="roundRect">
            <a:avLst>
              <a:gd name="adj" fmla="val 11047"/>
            </a:avLst>
          </a:prstGeom>
          <a:gradFill xmlns:a="http://schemas.openxmlformats.org/drawingml/2006/main">
            <a:gsLst>
              <a:gs pos="0">
                <a:srgbClr val="056097"/>
              </a:gs>
              <a:gs pos="100000">
                <a:srgbClr val="0071AE"/>
              </a:gs>
            </a:gsLst>
            <a:lin ang="0"/>
          </a:gradFill>
          <a:ln xmlns:a="http://schemas.openxmlformats.org/drawingml/2006/main" w="0">
            <a:noFill/>
          </a:ln>
        </p:spPr>
      </p:sp>
      <p:sp>
        <p:nvSpPr>
          <p:cNvPr id="41" name="s40">
            <a:extLst xmlns:a="http://schemas.openxmlformats.org/drawingml/2006/main">
              <a:ext uri="{FF2B5EF4-FFF2-40B4-BE49-F238E27FC236}">
                <a16:creationId xmlns:a16="http://schemas.microsoft.com/office/drawing/2014/main" id="{B5D933CF-344F-4674-816F-B6FF96170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2414" y="16789152"/>
            <a:ext cx="11731377" cy="4306788"/>
          </a:xfrm>
          <a:prstGeom xmlns:a="http://schemas.openxmlformats.org/drawingml/2006/main" prst="roundRect">
            <a:avLst>
              <a:gd name="adj" fmla="val 1990"/>
            </a:avLst>
          </a:prstGeom>
          <a:solidFill xmlns:a="http://schemas.openxmlformats.org/drawingml/2006/main">
            <a:srgbClr val="F2F8FC"/>
          </a:solidFill>
          <a:ln xmlns:a="http://schemas.openxmlformats.org/drawingml/2006/main" w="9525">
            <a:solidFill>
              <a:srgbClr val="D9E9F1"/>
            </a:solidFill>
          </a:ln>
        </p:spPr>
      </p:sp>
      <p:sp>
        <p:nvSpPr>
          <p:cNvPr id="42" name="s41">
            <a:extLst xmlns:a="http://schemas.openxmlformats.org/drawingml/2006/main">
              <a:ext uri="{FF2B5EF4-FFF2-40B4-BE49-F238E27FC236}">
                <a16:creationId xmlns:a16="http://schemas.microsoft.com/office/drawing/2014/main" id="{D92E3D5F-B694-481C-AE53-617977188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75241" y="1370112"/>
            <a:ext cx="9012734" cy="517327"/>
          </a:xfrm>
          <a:prstGeom xmlns:a="http://schemas.openxmlformats.org/drawingml/2006/main" prst="roundRect">
            <a:avLst>
              <a:gd name="adj" fmla="val 11047"/>
            </a:avLst>
          </a:prstGeom>
          <a:gradFill xmlns:a="http://schemas.openxmlformats.org/drawingml/2006/main">
            <a:gsLst>
              <a:gs pos="0">
                <a:srgbClr val="056097"/>
              </a:gs>
              <a:gs pos="100000">
                <a:srgbClr val="0071AE"/>
              </a:gs>
            </a:gsLst>
            <a:lin ang="0"/>
          </a:gradFill>
          <a:ln xmlns:a="http://schemas.openxmlformats.org/drawingml/2006/main" w="0">
            <a:noFill/>
          </a:ln>
        </p:spPr>
      </p:sp>
      <p:sp>
        <p:nvSpPr>
          <p:cNvPr id="43" name="s42">
            <a:extLst xmlns:a="http://schemas.openxmlformats.org/drawingml/2006/main">
              <a:ext uri="{FF2B5EF4-FFF2-40B4-BE49-F238E27FC236}">
                <a16:creationId xmlns:a16="http://schemas.microsoft.com/office/drawing/2014/main" id="{1C201C85-932D-4BCB-9A81-0BDF413A5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75241" y="1887438"/>
            <a:ext cx="9012734" cy="3442990"/>
          </a:xfrm>
          <a:prstGeom xmlns:a="http://schemas.openxmlformats.org/drawingml/2006/main" prst="roundRect">
            <a:avLst>
              <a:gd name="adj" fmla="val 2490"/>
            </a:avLst>
          </a:prstGeom>
          <a:solidFill xmlns:a="http://schemas.openxmlformats.org/drawingml/2006/main">
            <a:srgbClr val="F2F8FC"/>
          </a:solidFill>
          <a:ln xmlns:a="http://schemas.openxmlformats.org/drawingml/2006/main" w="9525">
            <a:solidFill>
              <a:srgbClr val="D9E9F1"/>
            </a:solidFill>
          </a:ln>
        </p:spPr>
      </p:sp>
      <p:sp>
        <p:nvSpPr>
          <p:cNvPr id="44" name="s43">
            <a:extLst xmlns:a="http://schemas.openxmlformats.org/drawingml/2006/main">
              <a:ext uri="{FF2B5EF4-FFF2-40B4-BE49-F238E27FC236}">
                <a16:creationId xmlns:a16="http://schemas.microsoft.com/office/drawing/2014/main" id="{01FE1ED9-55B6-4216-A411-B327059E1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37166" y="2747814"/>
            <a:ext cx="7906792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DF3"/>
          </a:solidFill>
          <a:ln xmlns:a="http://schemas.openxmlformats.org/drawingml/2006/main" w="0">
            <a:noFill/>
          </a:ln>
        </p:spPr>
      </p:sp>
      <p:sp>
        <p:nvSpPr>
          <p:cNvPr id="45" name="s44">
            <a:extLst xmlns:a="http://schemas.openxmlformats.org/drawingml/2006/main">
              <a:ext uri="{FF2B5EF4-FFF2-40B4-BE49-F238E27FC236}">
                <a16:creationId xmlns:a16="http://schemas.microsoft.com/office/drawing/2014/main" id="{6AD940E8-1A29-4F2A-9E7B-7350152B5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37166" y="2747814"/>
            <a:ext cx="5171033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AB9"/>
          </a:solidFill>
          <a:ln xmlns:a="http://schemas.openxmlformats.org/drawingml/2006/main" w="0">
            <a:noFill/>
          </a:ln>
        </p:spPr>
      </p:sp>
      <p:sp>
        <p:nvSpPr>
          <p:cNvPr id="46" name="s45">
            <a:extLst xmlns:a="http://schemas.openxmlformats.org/drawingml/2006/main">
              <a:ext uri="{FF2B5EF4-FFF2-40B4-BE49-F238E27FC236}">
                <a16:creationId xmlns:a16="http://schemas.microsoft.com/office/drawing/2014/main" id="{281E232A-C0B3-4B8B-9158-2AEA91B9D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37166" y="3345805"/>
            <a:ext cx="7906792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DF3"/>
          </a:solidFill>
          <a:ln xmlns:a="http://schemas.openxmlformats.org/drawingml/2006/main" w="0">
            <a:noFill/>
          </a:ln>
        </p:spPr>
      </p:sp>
      <p:sp>
        <p:nvSpPr>
          <p:cNvPr id="47" name="s46">
            <a:extLst xmlns:a="http://schemas.openxmlformats.org/drawingml/2006/main">
              <a:ext uri="{FF2B5EF4-FFF2-40B4-BE49-F238E27FC236}">
                <a16:creationId xmlns:a16="http://schemas.microsoft.com/office/drawing/2014/main" id="{8ECD1539-651F-46DF-A911-28EF7E944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37166" y="3345805"/>
            <a:ext cx="3652838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AB9"/>
          </a:solidFill>
          <a:ln xmlns:a="http://schemas.openxmlformats.org/drawingml/2006/main" w="0">
            <a:noFill/>
          </a:ln>
        </p:spPr>
      </p:sp>
      <p:sp>
        <p:nvSpPr>
          <p:cNvPr id="48" name="s47">
            <a:extLst xmlns:a="http://schemas.openxmlformats.org/drawingml/2006/main">
              <a:ext uri="{FF2B5EF4-FFF2-40B4-BE49-F238E27FC236}">
                <a16:creationId xmlns:a16="http://schemas.microsoft.com/office/drawing/2014/main" id="{C7561BDE-7EEE-40AA-9E10-D75210406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37166" y="3943796"/>
            <a:ext cx="7906792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DF3"/>
          </a:solidFill>
          <a:ln xmlns:a="http://schemas.openxmlformats.org/drawingml/2006/main" w="0">
            <a:noFill/>
          </a:ln>
        </p:spPr>
      </p:sp>
      <p:sp>
        <p:nvSpPr>
          <p:cNvPr id="49" name="s48">
            <a:extLst xmlns:a="http://schemas.openxmlformats.org/drawingml/2006/main">
              <a:ext uri="{FF2B5EF4-FFF2-40B4-BE49-F238E27FC236}">
                <a16:creationId xmlns:a16="http://schemas.microsoft.com/office/drawing/2014/main" id="{25D72072-C089-4DC9-84D1-BF80AF214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37166" y="3943796"/>
            <a:ext cx="4997053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AB9"/>
          </a:solidFill>
          <a:ln xmlns:a="http://schemas.openxmlformats.org/drawingml/2006/main" w="0">
            <a:noFill/>
          </a:ln>
        </p:spPr>
      </p:sp>
      <p:sp>
        <p:nvSpPr>
          <p:cNvPr id="50" name="s49">
            <a:extLst xmlns:a="http://schemas.openxmlformats.org/drawingml/2006/main">
              <a:ext uri="{FF2B5EF4-FFF2-40B4-BE49-F238E27FC236}">
                <a16:creationId xmlns:a16="http://schemas.microsoft.com/office/drawing/2014/main" id="{6F17153C-37CB-4410-95D9-484D1295D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75241" y="5426422"/>
            <a:ext cx="9012734" cy="517327"/>
          </a:xfrm>
          <a:prstGeom xmlns:a="http://schemas.openxmlformats.org/drawingml/2006/main" prst="roundRect">
            <a:avLst>
              <a:gd name="adj" fmla="val 11047"/>
            </a:avLst>
          </a:prstGeom>
          <a:gradFill xmlns:a="http://schemas.openxmlformats.org/drawingml/2006/main">
            <a:gsLst>
              <a:gs pos="0">
                <a:srgbClr val="056097"/>
              </a:gs>
              <a:gs pos="100000">
                <a:srgbClr val="0071AE"/>
              </a:gs>
            </a:gsLst>
            <a:lin ang="0"/>
          </a:gradFill>
          <a:ln xmlns:a="http://schemas.openxmlformats.org/drawingml/2006/main" w="0">
            <a:noFill/>
          </a:ln>
        </p:spPr>
      </p:sp>
      <p:sp>
        <p:nvSpPr>
          <p:cNvPr id="51" name="s50">
            <a:extLst xmlns:a="http://schemas.openxmlformats.org/drawingml/2006/main">
              <a:ext uri="{FF2B5EF4-FFF2-40B4-BE49-F238E27FC236}">
                <a16:creationId xmlns:a16="http://schemas.microsoft.com/office/drawing/2014/main" id="{84579EEE-CB06-4743-8550-B0DFFD9AA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75241" y="5943749"/>
            <a:ext cx="9012734" cy="3201888"/>
          </a:xfrm>
          <a:prstGeom xmlns:a="http://schemas.openxmlformats.org/drawingml/2006/main" prst="roundRect">
            <a:avLst>
              <a:gd name="adj" fmla="val 2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9F1"/>
            </a:solidFill>
          </a:ln>
        </p:spPr>
      </p:sp>
      <p:sp>
        <p:nvSpPr>
          <p:cNvPr id="52" name="s51">
            <a:extLst xmlns:a="http://schemas.openxmlformats.org/drawingml/2006/main">
              <a:ext uri="{FF2B5EF4-FFF2-40B4-BE49-F238E27FC236}">
                <a16:creationId xmlns:a16="http://schemas.microsoft.com/office/drawing/2014/main" id="{B14694D2-780B-427C-A21E-AF6B29585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99066" y="6067574"/>
            <a:ext cx="8765084" cy="1159966"/>
          </a:xfrm>
          <a:prstGeom xmlns:a="http://schemas.openxmlformats.org/drawingml/2006/main" prst="roundRect">
            <a:avLst>
              <a:gd name="adj" fmla="val 5748"/>
            </a:avLst>
          </a:prstGeom>
          <a:solidFill xmlns:a="http://schemas.openxmlformats.org/drawingml/2006/main">
            <a:srgbClr val="EAF4FB"/>
          </a:solidFill>
          <a:ln xmlns:a="http://schemas.openxmlformats.org/drawingml/2006/main" w="0">
            <a:noFill/>
          </a:ln>
        </p:spPr>
      </p:sp>
      <p:sp>
        <p:nvSpPr>
          <p:cNvPr id="53" name="s52">
            <a:extLst xmlns:a="http://schemas.openxmlformats.org/drawingml/2006/main">
              <a:ext uri="{FF2B5EF4-FFF2-40B4-BE49-F238E27FC236}">
                <a16:creationId xmlns:a16="http://schemas.microsoft.com/office/drawing/2014/main" id="{D56966A3-1F28-4F1E-A4FB-8450F8801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99066" y="7284690"/>
            <a:ext cx="8765084" cy="839986"/>
          </a:xfrm>
          <a:prstGeom xmlns:a="http://schemas.openxmlformats.org/drawingml/2006/main" prst="roundRect">
            <a:avLst>
              <a:gd name="adj" fmla="val 7938"/>
            </a:avLst>
          </a:prstGeom>
          <a:solidFill xmlns:a="http://schemas.openxmlformats.org/drawingml/2006/main">
            <a:srgbClr val="EFF7E9"/>
          </a:solidFill>
          <a:ln xmlns:a="http://schemas.openxmlformats.org/drawingml/2006/main" w="0">
            <a:noFill/>
          </a:ln>
        </p:spPr>
      </p:sp>
      <p:sp>
        <p:nvSpPr>
          <p:cNvPr id="54" name="s53">
            <a:extLst xmlns:a="http://schemas.openxmlformats.org/drawingml/2006/main">
              <a:ext uri="{FF2B5EF4-FFF2-40B4-BE49-F238E27FC236}">
                <a16:creationId xmlns:a16="http://schemas.microsoft.com/office/drawing/2014/main" id="{9CE68E51-7877-4F67-A0DE-7D882D4F2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99066" y="8181826"/>
            <a:ext cx="8765084" cy="839986"/>
          </a:xfrm>
          <a:prstGeom xmlns:a="http://schemas.openxmlformats.org/drawingml/2006/main" prst="roundRect">
            <a:avLst>
              <a:gd name="adj" fmla="val 7938"/>
            </a:avLst>
          </a:prstGeom>
          <a:solidFill xmlns:a="http://schemas.openxmlformats.org/drawingml/2006/main">
            <a:srgbClr val="F2EBFA"/>
          </a:solidFill>
          <a:ln xmlns:a="http://schemas.openxmlformats.org/drawingml/2006/main" w="0">
            <a:noFill/>
          </a:ln>
        </p:spPr>
      </p:sp>
      <p:sp>
        <p:nvSpPr>
          <p:cNvPr id="55" name="s54">
            <a:extLst xmlns:a="http://schemas.openxmlformats.org/drawingml/2006/main">
              <a:ext uri="{FF2B5EF4-FFF2-40B4-BE49-F238E27FC236}">
                <a16:creationId xmlns:a16="http://schemas.microsoft.com/office/drawing/2014/main" id="{D91F9D23-3B31-4882-8AC7-F7B57E8B8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75241" y="9241631"/>
            <a:ext cx="9012734" cy="517327"/>
          </a:xfrm>
          <a:prstGeom xmlns:a="http://schemas.openxmlformats.org/drawingml/2006/main" prst="roundRect">
            <a:avLst>
              <a:gd name="adj" fmla="val 11047"/>
            </a:avLst>
          </a:prstGeom>
          <a:gradFill xmlns:a="http://schemas.openxmlformats.org/drawingml/2006/main">
            <a:gsLst>
              <a:gs pos="0">
                <a:srgbClr val="056097"/>
              </a:gs>
              <a:gs pos="100000">
                <a:srgbClr val="0071AE"/>
              </a:gs>
            </a:gsLst>
            <a:lin ang="0"/>
          </a:gradFill>
          <a:ln xmlns:a="http://schemas.openxmlformats.org/drawingml/2006/main" w="0">
            <a:noFill/>
          </a:ln>
        </p:spPr>
      </p:sp>
      <p:sp>
        <p:nvSpPr>
          <p:cNvPr id="56" name="s55">
            <a:extLst xmlns:a="http://schemas.openxmlformats.org/drawingml/2006/main">
              <a:ext uri="{FF2B5EF4-FFF2-40B4-BE49-F238E27FC236}">
                <a16:creationId xmlns:a16="http://schemas.microsoft.com/office/drawing/2014/main" id="{C6CBF5E1-1596-4CF4-A634-9E1C0EEF7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75241" y="9758958"/>
            <a:ext cx="9012734" cy="5704582"/>
          </a:xfrm>
          <a:prstGeom xmlns:a="http://schemas.openxmlformats.org/drawingml/2006/main" prst="roundRect">
            <a:avLst>
              <a:gd name="adj" fmla="val 1503"/>
            </a:avLst>
          </a:prstGeom>
          <a:solidFill xmlns:a="http://schemas.openxmlformats.org/drawingml/2006/main">
            <a:srgbClr val="F2F8FC"/>
          </a:solidFill>
          <a:ln xmlns:a="http://schemas.openxmlformats.org/drawingml/2006/main" w="9525">
            <a:solidFill>
              <a:srgbClr val="D9E9F1"/>
            </a:solidFill>
          </a:ln>
        </p:spPr>
      </p:sp>
      <p:sp>
        <p:nvSpPr>
          <p:cNvPr id="57" name="s56">
            <a:extLst xmlns:a="http://schemas.openxmlformats.org/drawingml/2006/main">
              <a:ext uri="{FF2B5EF4-FFF2-40B4-BE49-F238E27FC236}">
                <a16:creationId xmlns:a16="http://schemas.microsoft.com/office/drawing/2014/main" id="{DCFFB352-4A25-423C-9C55-ABA686299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37166" y="9854208"/>
            <a:ext cx="8688884" cy="1866602"/>
          </a:xfrm>
          <a:prstGeom xmlns:a="http://schemas.openxmlformats.org/drawingml/2006/main" prst="roundRect">
            <a:avLst>
              <a:gd name="adj" fmla="val 4082"/>
            </a:avLst>
          </a:prstGeom>
          <a:solidFill xmlns:a="http://schemas.openxmlformats.org/drawingml/2006/main">
            <a:srgbClr val="075C91"/>
          </a:solidFill>
          <a:ln xmlns:a="http://schemas.openxmlformats.org/drawingml/2006/main" w="0">
            <a:noFill/>
          </a:ln>
        </p:spPr>
      </p:sp>
      <p:sp>
        <p:nvSpPr>
          <p:cNvPr id="58" name="s57">
            <a:extLst xmlns:a="http://schemas.openxmlformats.org/drawingml/2006/main">
              <a:ext uri="{FF2B5EF4-FFF2-40B4-BE49-F238E27FC236}">
                <a16:creationId xmlns:a16="http://schemas.microsoft.com/office/drawing/2014/main" id="{BBD764D5-D87E-4D3C-9440-6034B65B7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37166" y="14623554"/>
            <a:ext cx="8688884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DCE7"/>
          </a:solidFill>
          <a:ln xmlns:a="http://schemas.openxmlformats.org/drawingml/2006/main" w="0">
            <a:noFill/>
          </a:ln>
        </p:spPr>
      </p:sp>
      <p:sp>
        <p:nvSpPr>
          <p:cNvPr id="59" name="s58">
            <a:extLst xmlns:a="http://schemas.openxmlformats.org/drawingml/2006/main">
              <a:ext uri="{FF2B5EF4-FFF2-40B4-BE49-F238E27FC236}">
                <a16:creationId xmlns:a16="http://schemas.microsoft.com/office/drawing/2014/main" id="{42023CE8-1038-4AA0-8CE6-A807C4C97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75241" y="15559534"/>
            <a:ext cx="9012734" cy="517327"/>
          </a:xfrm>
          <a:prstGeom xmlns:a="http://schemas.openxmlformats.org/drawingml/2006/main" prst="roundRect">
            <a:avLst>
              <a:gd name="adj" fmla="val 11047"/>
            </a:avLst>
          </a:prstGeom>
          <a:gradFill xmlns:a="http://schemas.openxmlformats.org/drawingml/2006/main">
            <a:gsLst>
              <a:gs pos="0">
                <a:srgbClr val="056097"/>
              </a:gs>
              <a:gs pos="100000">
                <a:srgbClr val="0071AE"/>
              </a:gs>
            </a:gsLst>
            <a:lin ang="0"/>
          </a:gradFill>
          <a:ln xmlns:a="http://schemas.openxmlformats.org/drawingml/2006/main" w="0">
            <a:noFill/>
          </a:ln>
        </p:spPr>
      </p:sp>
      <p:sp>
        <p:nvSpPr>
          <p:cNvPr id="60" name="s59">
            <a:extLst xmlns:a="http://schemas.openxmlformats.org/drawingml/2006/main">
              <a:ext uri="{FF2B5EF4-FFF2-40B4-BE49-F238E27FC236}">
                <a16:creationId xmlns:a16="http://schemas.microsoft.com/office/drawing/2014/main" id="{1F9D4052-D0E8-4706-BD6E-11393C46D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75241" y="16076861"/>
            <a:ext cx="9012734" cy="849511"/>
          </a:xfrm>
          <a:prstGeom xmlns:a="http://schemas.openxmlformats.org/drawingml/2006/main" prst="roundRect">
            <a:avLst>
              <a:gd name="adj" fmla="val 10091"/>
            </a:avLst>
          </a:prstGeom>
          <a:solidFill xmlns:a="http://schemas.openxmlformats.org/drawingml/2006/main">
            <a:srgbClr val="F2F8FC"/>
          </a:solidFill>
          <a:ln xmlns:a="http://schemas.openxmlformats.org/drawingml/2006/main" w="9525">
            <a:solidFill>
              <a:srgbClr val="D9E9F1"/>
            </a:solidFill>
          </a:ln>
        </p:spPr>
      </p:sp>
      <p:sp>
        <p:nvSpPr>
          <p:cNvPr id="61" name="s60">
            <a:extLst xmlns:a="http://schemas.openxmlformats.org/drawingml/2006/main">
              <a:ext uri="{FF2B5EF4-FFF2-40B4-BE49-F238E27FC236}">
                <a16:creationId xmlns:a16="http://schemas.microsoft.com/office/drawing/2014/main" id="{16CE1C3B-7758-4B55-8C5B-1E9AF609D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75241" y="17022366"/>
            <a:ext cx="9012734" cy="462409"/>
          </a:xfrm>
          <a:prstGeom xmlns:a="http://schemas.openxmlformats.org/drawingml/2006/main" prst="roundRect">
            <a:avLst>
              <a:gd name="adj" fmla="val 12359"/>
            </a:avLst>
          </a:prstGeom>
          <a:gradFill xmlns:a="http://schemas.openxmlformats.org/drawingml/2006/main">
            <a:gsLst>
              <a:gs pos="0">
                <a:srgbClr val="056097"/>
              </a:gs>
              <a:gs pos="100000">
                <a:srgbClr val="0071AE"/>
              </a:gs>
            </a:gsLst>
            <a:lin ang="0"/>
          </a:gradFill>
          <a:ln xmlns:a="http://schemas.openxmlformats.org/drawingml/2006/main" w="0">
            <a:noFill/>
          </a:ln>
        </p:spPr>
      </p:sp>
      <p:sp>
        <p:nvSpPr>
          <p:cNvPr id="62" name="s61">
            <a:extLst xmlns:a="http://schemas.openxmlformats.org/drawingml/2006/main">
              <a:ext uri="{FF2B5EF4-FFF2-40B4-BE49-F238E27FC236}">
                <a16:creationId xmlns:a16="http://schemas.microsoft.com/office/drawing/2014/main" id="{980ABD42-76EC-4126-AF72-93162F8AE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75241" y="17484775"/>
            <a:ext cx="9012734" cy="3611166"/>
          </a:xfrm>
          <a:prstGeom xmlns:a="http://schemas.openxmlformats.org/drawingml/2006/main" prst="roundRect">
            <a:avLst>
              <a:gd name="adj" fmla="val 2374"/>
            </a:avLst>
          </a:prstGeom>
          <a:solidFill xmlns:a="http://schemas.openxmlformats.org/drawingml/2006/main">
            <a:srgbClr val="F8FBFD"/>
          </a:solidFill>
          <a:ln xmlns:a="http://schemas.openxmlformats.org/drawingml/2006/main" w="9525">
            <a:solidFill>
              <a:srgbClr val="D9E9F1"/>
            </a:solidFill>
          </a:ln>
        </p:spPr>
      </p:sp>
      <p:sp>
        <p:nvSpPr>
          <p:cNvPr id="63" name="s62">
            <a:extLst xmlns:a="http://schemas.openxmlformats.org/drawingml/2006/main">
              <a:ext uri="{FF2B5EF4-FFF2-40B4-BE49-F238E27FC236}">
                <a16:creationId xmlns:a16="http://schemas.microsoft.com/office/drawing/2014/main" id="{3F0EB1A4-2A8E-4981-84F6-64482F4DA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99066" y="20265479"/>
            <a:ext cx="8765084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DCE7"/>
          </a:solidFill>
          <a:ln xmlns:a="http://schemas.openxmlformats.org/drawingml/2006/main" w="0">
            <a:noFill/>
          </a:ln>
        </p:spPr>
      </p:sp>
      <p:sp>
        <p:nvSpPr>
          <p:cNvPr id="64" name="s63">
            <a:extLst xmlns:a="http://schemas.openxmlformats.org/drawingml/2006/main">
              <a:ext uri="{FF2B5EF4-FFF2-40B4-BE49-F238E27FC236}">
                <a16:creationId xmlns:a16="http://schemas.microsoft.com/office/drawing/2014/main" id="{B865A8D2-0939-4FB1-AB85-97A6FA4CD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0219" y="9348341"/>
            <a:ext cx="104775" cy="171450"/>
          </a:xfrm>
          <a:custGeom xmlns:a="http://schemas.openxmlformats.org/drawingml/2006/main">
            <a:pathLst>
              <a:path w="104775" h="171450">
                <a:moveTo>
                  <a:pt x="0" y="51435"/>
                </a:moveTo>
                <a:lnTo>
                  <a:pt x="57626" y="51435"/>
                </a:lnTo>
                <a:lnTo>
                  <a:pt x="57626" y="0"/>
                </a:lnTo>
                <a:lnTo>
                  <a:pt x="104775" y="85725"/>
                </a:lnTo>
                <a:lnTo>
                  <a:pt x="57626" y="171450"/>
                </a:lnTo>
                <a:lnTo>
                  <a:pt x="57626" y="120015"/>
                </a:lnTo>
                <a:lnTo>
                  <a:pt x="0" y="120015"/>
                </a:lnTo>
                <a:close/>
              </a:path>
            </a:pathLst>
          </a:custGeom>
          <a:solidFill xmlns:a="http://schemas.openxmlformats.org/drawingml/2006/main">
            <a:srgbClr val="147BA7"/>
          </a:solidFill>
          <a:ln xmlns:a="http://schemas.openxmlformats.org/drawingml/2006/main" w="0">
            <a:noFill/>
          </a:ln>
        </p:spPr>
      </p:sp>
      <p:sp>
        <p:nvSpPr>
          <p:cNvPr id="65" name="s64">
            <a:extLst xmlns:a="http://schemas.openxmlformats.org/drawingml/2006/main">
              <a:ext uri="{FF2B5EF4-FFF2-40B4-BE49-F238E27FC236}">
                <a16:creationId xmlns:a16="http://schemas.microsoft.com/office/drawing/2014/main" id="{C4877537-C89D-4DB8-BAAA-984906B98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60548" y="9348341"/>
            <a:ext cx="104775" cy="171450"/>
          </a:xfrm>
          <a:custGeom xmlns:a="http://schemas.openxmlformats.org/drawingml/2006/main">
            <a:pathLst>
              <a:path w="104775" h="171450">
                <a:moveTo>
                  <a:pt x="0" y="51435"/>
                </a:moveTo>
                <a:lnTo>
                  <a:pt x="57626" y="51435"/>
                </a:lnTo>
                <a:lnTo>
                  <a:pt x="57626" y="0"/>
                </a:lnTo>
                <a:lnTo>
                  <a:pt x="104775" y="85725"/>
                </a:lnTo>
                <a:lnTo>
                  <a:pt x="57626" y="171450"/>
                </a:lnTo>
                <a:lnTo>
                  <a:pt x="57626" y="120015"/>
                </a:lnTo>
                <a:lnTo>
                  <a:pt x="0" y="120015"/>
                </a:lnTo>
                <a:close/>
              </a:path>
            </a:pathLst>
          </a:custGeom>
          <a:solidFill xmlns:a="http://schemas.openxmlformats.org/drawingml/2006/main">
            <a:srgbClr val="147BA7"/>
          </a:solidFill>
          <a:ln xmlns:a="http://schemas.openxmlformats.org/drawingml/2006/main" w="0">
            <a:noFill/>
          </a:ln>
        </p:spPr>
      </p:sp>
      <p:sp>
        <p:nvSpPr>
          <p:cNvPr id="66" name="s65">
            <a:extLst xmlns:a="http://schemas.openxmlformats.org/drawingml/2006/main">
              <a:ext uri="{FF2B5EF4-FFF2-40B4-BE49-F238E27FC236}">
                <a16:creationId xmlns:a16="http://schemas.microsoft.com/office/drawing/2014/main" id="{26EEC036-6D2E-44E6-9081-DCB8F4241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80878" y="9348341"/>
            <a:ext cx="104775" cy="171450"/>
          </a:xfrm>
          <a:custGeom xmlns:a="http://schemas.openxmlformats.org/drawingml/2006/main">
            <a:pathLst>
              <a:path w="104775" h="171450">
                <a:moveTo>
                  <a:pt x="0" y="51435"/>
                </a:moveTo>
                <a:lnTo>
                  <a:pt x="57626" y="51435"/>
                </a:lnTo>
                <a:lnTo>
                  <a:pt x="57626" y="0"/>
                </a:lnTo>
                <a:lnTo>
                  <a:pt x="104775" y="85725"/>
                </a:lnTo>
                <a:lnTo>
                  <a:pt x="57626" y="171450"/>
                </a:lnTo>
                <a:lnTo>
                  <a:pt x="57626" y="120015"/>
                </a:lnTo>
                <a:lnTo>
                  <a:pt x="0" y="120015"/>
                </a:lnTo>
                <a:close/>
              </a:path>
            </a:pathLst>
          </a:custGeom>
          <a:solidFill xmlns:a="http://schemas.openxmlformats.org/drawingml/2006/main">
            <a:srgbClr val="3B782D"/>
          </a:solidFill>
          <a:ln xmlns:a="http://schemas.openxmlformats.org/drawingml/2006/main" w="0">
            <a:noFill/>
          </a:ln>
        </p:spPr>
      </p:sp>
      <p:sp>
        <p:nvSpPr>
          <p:cNvPr id="67" name="s66">
            <a:extLst xmlns:a="http://schemas.openxmlformats.org/drawingml/2006/main">
              <a:ext uri="{FF2B5EF4-FFF2-40B4-BE49-F238E27FC236}">
                <a16:creationId xmlns:a16="http://schemas.microsoft.com/office/drawing/2014/main" id="{963EE052-1126-425B-ABBA-56D066FEB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01207" y="9348341"/>
            <a:ext cx="104775" cy="171450"/>
          </a:xfrm>
          <a:custGeom xmlns:a="http://schemas.openxmlformats.org/drawingml/2006/main">
            <a:pathLst>
              <a:path w="104775" h="171450">
                <a:moveTo>
                  <a:pt x="0" y="51435"/>
                </a:moveTo>
                <a:lnTo>
                  <a:pt x="57626" y="51435"/>
                </a:lnTo>
                <a:lnTo>
                  <a:pt x="57626" y="0"/>
                </a:lnTo>
                <a:lnTo>
                  <a:pt x="104775" y="85725"/>
                </a:lnTo>
                <a:lnTo>
                  <a:pt x="57626" y="171450"/>
                </a:lnTo>
                <a:lnTo>
                  <a:pt x="57626" y="120015"/>
                </a:lnTo>
                <a:lnTo>
                  <a:pt x="0" y="120015"/>
                </a:lnTo>
                <a:close/>
              </a:path>
            </a:pathLst>
          </a:custGeom>
          <a:solidFill xmlns:a="http://schemas.openxmlformats.org/drawingml/2006/main">
            <a:srgbClr val="3B782D"/>
          </a:solidFill>
          <a:ln xmlns:a="http://schemas.openxmlformats.org/drawingml/2006/main" w="0">
            <a:noFill/>
          </a:ln>
        </p:spPr>
      </p:sp>
      <p:sp>
        <p:nvSpPr>
          <p:cNvPr id="68" name="s67">
            <a:extLst xmlns:a="http://schemas.openxmlformats.org/drawingml/2006/main">
              <a:ext uri="{FF2B5EF4-FFF2-40B4-BE49-F238E27FC236}">
                <a16:creationId xmlns:a16="http://schemas.microsoft.com/office/drawing/2014/main" id="{F1AAF75B-248C-458E-A3FE-425D9496E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21536" y="9348341"/>
            <a:ext cx="104775" cy="171450"/>
          </a:xfrm>
          <a:custGeom xmlns:a="http://schemas.openxmlformats.org/drawingml/2006/main">
            <a:pathLst>
              <a:path w="104775" h="171450">
                <a:moveTo>
                  <a:pt x="0" y="51435"/>
                </a:moveTo>
                <a:lnTo>
                  <a:pt x="57626" y="51435"/>
                </a:lnTo>
                <a:lnTo>
                  <a:pt x="57626" y="0"/>
                </a:lnTo>
                <a:lnTo>
                  <a:pt x="104775" y="85725"/>
                </a:lnTo>
                <a:lnTo>
                  <a:pt x="57626" y="171450"/>
                </a:lnTo>
                <a:lnTo>
                  <a:pt x="57626" y="120015"/>
                </a:lnTo>
                <a:lnTo>
                  <a:pt x="0" y="120015"/>
                </a:lnTo>
                <a:close/>
              </a:path>
            </a:pathLst>
          </a:custGeom>
          <a:solidFill xmlns:a="http://schemas.openxmlformats.org/drawingml/2006/main">
            <a:srgbClr val="AB5826"/>
          </a:solidFill>
          <a:ln xmlns:a="http://schemas.openxmlformats.org/drawingml/2006/main" w="0">
            <a:noFill/>
          </a:ln>
        </p:spPr>
      </p:sp>
      <p:sp>
        <p:nvSpPr>
          <p:cNvPr id="69" name="s68">
            <a:extLst xmlns:a="http://schemas.openxmlformats.org/drawingml/2006/main">
              <a:ext uri="{FF2B5EF4-FFF2-40B4-BE49-F238E27FC236}">
                <a16:creationId xmlns:a16="http://schemas.microsoft.com/office/drawing/2014/main" id="{258A5556-D823-441E-8C77-970A26035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09753" y="20229433"/>
            <a:ext cx="3089479" cy="95"/>
          </a:xfrm>
          <a:custGeom xmlns:a="http://schemas.openxmlformats.org/drawingml/2006/main">
            <a:pathLst>
              <a:path w="3089479" h="95">
                <a:moveTo>
                  <a:pt x="0" y="0"/>
                </a:moveTo>
                <a:lnTo>
                  <a:pt x="3089479" y="0"/>
                </a:lnTo>
              </a:path>
            </a:pathLst>
          </a:custGeom>
          <a:noFill xmlns:a="http://schemas.openxmlformats.org/drawingml/2006/main"/>
          <a:ln xmlns:a="http://schemas.openxmlformats.org/drawingml/2006/main" w="17824">
            <a:solidFill>
              <a:srgbClr val="DCE6ED"/>
            </a:solidFill>
          </a:ln>
        </p:spPr>
      </p:sp>
      <p:sp>
        <p:nvSpPr>
          <p:cNvPr id="70" name="s69">
            <a:extLst xmlns:a="http://schemas.openxmlformats.org/drawingml/2006/main">
              <a:ext uri="{FF2B5EF4-FFF2-40B4-BE49-F238E27FC236}">
                <a16:creationId xmlns:a16="http://schemas.microsoft.com/office/drawing/2014/main" id="{EE05BBC5-05FE-4EAD-A8B4-6AF8C1295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09753" y="19176039"/>
            <a:ext cx="3089479" cy="95"/>
          </a:xfrm>
          <a:custGeom xmlns:a="http://schemas.openxmlformats.org/drawingml/2006/main">
            <a:pathLst>
              <a:path w="3089479" h="95">
                <a:moveTo>
                  <a:pt x="0" y="0"/>
                </a:moveTo>
                <a:lnTo>
                  <a:pt x="3089479" y="0"/>
                </a:lnTo>
              </a:path>
            </a:pathLst>
          </a:custGeom>
          <a:noFill xmlns:a="http://schemas.openxmlformats.org/drawingml/2006/main"/>
          <a:ln xmlns:a="http://schemas.openxmlformats.org/drawingml/2006/main" w="17824">
            <a:solidFill>
              <a:srgbClr val="DCE6ED"/>
            </a:solidFill>
          </a:ln>
        </p:spPr>
      </p:sp>
      <p:sp>
        <p:nvSpPr>
          <p:cNvPr id="71" name="s70">
            <a:extLst xmlns:a="http://schemas.openxmlformats.org/drawingml/2006/main">
              <a:ext uri="{FF2B5EF4-FFF2-40B4-BE49-F238E27FC236}">
                <a16:creationId xmlns:a16="http://schemas.microsoft.com/office/drawing/2014/main" id="{455D2152-D886-4AA6-A4AD-700C2550B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09753" y="18122646"/>
            <a:ext cx="3089479" cy="95"/>
          </a:xfrm>
          <a:custGeom xmlns:a="http://schemas.openxmlformats.org/drawingml/2006/main">
            <a:pathLst>
              <a:path w="3089479" h="95">
                <a:moveTo>
                  <a:pt x="0" y="0"/>
                </a:moveTo>
                <a:lnTo>
                  <a:pt x="3089479" y="0"/>
                </a:lnTo>
              </a:path>
            </a:pathLst>
          </a:custGeom>
          <a:noFill xmlns:a="http://schemas.openxmlformats.org/drawingml/2006/main"/>
          <a:ln xmlns:a="http://schemas.openxmlformats.org/drawingml/2006/main" w="17824">
            <a:solidFill>
              <a:srgbClr val="DCE6ED"/>
            </a:solidFill>
          </a:ln>
        </p:spPr>
      </p:sp>
      <p:sp>
        <p:nvSpPr>
          <p:cNvPr id="72" name="s71">
            <a:extLst xmlns:a="http://schemas.openxmlformats.org/drawingml/2006/main">
              <a:ext uri="{FF2B5EF4-FFF2-40B4-BE49-F238E27FC236}">
                <a16:creationId xmlns:a16="http://schemas.microsoft.com/office/drawing/2014/main" id="{72EB4B33-795E-4148-91AB-F51197081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09753" y="18451319"/>
            <a:ext cx="2994418" cy="804809"/>
          </a:xfrm>
          <a:custGeom xmlns:a="http://schemas.openxmlformats.org/drawingml/2006/main">
            <a:pathLst>
              <a:path w="2994418" h="804809">
                <a:moveTo>
                  <a:pt x="0" y="804809"/>
                </a:moveTo>
                <a:lnTo>
                  <a:pt x="499070" y="446667"/>
                </a:lnTo>
                <a:lnTo>
                  <a:pt x="998139" y="728879"/>
                </a:lnTo>
                <a:lnTo>
                  <a:pt x="1497209" y="206401"/>
                </a:lnTo>
                <a:lnTo>
                  <a:pt x="1996279" y="0"/>
                </a:lnTo>
                <a:lnTo>
                  <a:pt x="2495349" y="0"/>
                </a:lnTo>
                <a:lnTo>
                  <a:pt x="2994418" y="0"/>
                </a:lnTo>
              </a:path>
            </a:pathLst>
          </a:custGeom>
          <a:noFill xmlns:a="http://schemas.openxmlformats.org/drawingml/2006/main"/>
          <a:ln xmlns:a="http://schemas.openxmlformats.org/drawingml/2006/main" w="47530">
            <a:solidFill>
              <a:srgbClr val="0674B6"/>
            </a:solidFill>
          </a:ln>
        </p:spPr>
      </p:sp>
      <p:sp>
        <p:nvSpPr>
          <p:cNvPr id="73" name="s72">
            <a:extLst xmlns:a="http://schemas.openxmlformats.org/drawingml/2006/main">
              <a:ext uri="{FF2B5EF4-FFF2-40B4-BE49-F238E27FC236}">
                <a16:creationId xmlns:a16="http://schemas.microsoft.com/office/drawing/2014/main" id="{4B224173-9AA3-4299-A78C-5DDF64792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0340" y="19196715"/>
            <a:ext cx="118826" cy="1188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674B6"/>
          </a:solidFill>
          <a:ln xmlns:a="http://schemas.openxmlformats.org/drawingml/2006/main" w="0">
            <a:noFill/>
          </a:ln>
        </p:spPr>
      </p:sp>
      <p:sp>
        <p:nvSpPr>
          <p:cNvPr id="74" name="s73">
            <a:extLst xmlns:a="http://schemas.openxmlformats.org/drawingml/2006/main">
              <a:ext uri="{FF2B5EF4-FFF2-40B4-BE49-F238E27FC236}">
                <a16:creationId xmlns:a16="http://schemas.microsoft.com/office/drawing/2014/main" id="{68DBAA2A-DB69-46A8-876B-4626A2B8A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9409" y="18838573"/>
            <a:ext cx="118826" cy="1188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674B6"/>
          </a:solidFill>
          <a:ln xmlns:a="http://schemas.openxmlformats.org/drawingml/2006/main" w="0">
            <a:noFill/>
          </a:ln>
        </p:spPr>
      </p:sp>
      <p:sp>
        <p:nvSpPr>
          <p:cNvPr id="75" name="s74">
            <a:extLst xmlns:a="http://schemas.openxmlformats.org/drawingml/2006/main">
              <a:ext uri="{FF2B5EF4-FFF2-40B4-BE49-F238E27FC236}">
                <a16:creationId xmlns:a16="http://schemas.microsoft.com/office/drawing/2014/main" id="{3B62D72B-4EDA-4F67-B687-3A9EFFFB6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8479" y="19120785"/>
            <a:ext cx="118826" cy="1188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674B6"/>
          </a:solidFill>
          <a:ln xmlns:a="http://schemas.openxmlformats.org/drawingml/2006/main" w="0">
            <a:noFill/>
          </a:ln>
        </p:spPr>
      </p:sp>
      <p:sp>
        <p:nvSpPr>
          <p:cNvPr id="76" name="s75">
            <a:extLst xmlns:a="http://schemas.openxmlformats.org/drawingml/2006/main">
              <a:ext uri="{FF2B5EF4-FFF2-40B4-BE49-F238E27FC236}">
                <a16:creationId xmlns:a16="http://schemas.microsoft.com/office/drawing/2014/main" id="{8AA997AF-65D4-4A3F-B0EE-F31FD66DB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7549" y="18598307"/>
            <a:ext cx="118826" cy="1188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674B6"/>
          </a:solidFill>
          <a:ln xmlns:a="http://schemas.openxmlformats.org/drawingml/2006/main" w="0">
            <a:noFill/>
          </a:ln>
        </p:spPr>
      </p:sp>
      <p:sp>
        <p:nvSpPr>
          <p:cNvPr id="77" name="s76">
            <a:extLst xmlns:a="http://schemas.openxmlformats.org/drawingml/2006/main">
              <a:ext uri="{FF2B5EF4-FFF2-40B4-BE49-F238E27FC236}">
                <a16:creationId xmlns:a16="http://schemas.microsoft.com/office/drawing/2014/main" id="{3EAC186E-D16F-4541-B99D-1F6D9FAEF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46618" y="18391906"/>
            <a:ext cx="118826" cy="1188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674B6"/>
          </a:solidFill>
          <a:ln xmlns:a="http://schemas.openxmlformats.org/drawingml/2006/main" w="0">
            <a:noFill/>
          </a:ln>
        </p:spPr>
      </p:sp>
      <p:sp>
        <p:nvSpPr>
          <p:cNvPr id="78" name="s77">
            <a:extLst xmlns:a="http://schemas.openxmlformats.org/drawingml/2006/main">
              <a:ext uri="{FF2B5EF4-FFF2-40B4-BE49-F238E27FC236}">
                <a16:creationId xmlns:a16="http://schemas.microsoft.com/office/drawing/2014/main" id="{E5F90763-B277-40F5-AF8D-92DA1016F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45688" y="18391906"/>
            <a:ext cx="118826" cy="1188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674B6"/>
          </a:solidFill>
          <a:ln xmlns:a="http://schemas.openxmlformats.org/drawingml/2006/main" w="0">
            <a:noFill/>
          </a:ln>
        </p:spPr>
      </p:sp>
      <p:sp>
        <p:nvSpPr>
          <p:cNvPr id="79" name="s78">
            <a:extLst xmlns:a="http://schemas.openxmlformats.org/drawingml/2006/main">
              <a:ext uri="{FF2B5EF4-FFF2-40B4-BE49-F238E27FC236}">
                <a16:creationId xmlns:a16="http://schemas.microsoft.com/office/drawing/2014/main" id="{C82F7002-882F-4378-BB00-5C0662B03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44758" y="18391906"/>
            <a:ext cx="118826" cy="1188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674B6"/>
          </a:solidFill>
          <a:ln xmlns:a="http://schemas.openxmlformats.org/drawingml/2006/main" w="0">
            <a:noFill/>
          </a:ln>
        </p:spPr>
      </p:sp>
      <p:sp>
        <p:nvSpPr>
          <p:cNvPr id="80" name="s79">
            <a:extLst xmlns:a="http://schemas.openxmlformats.org/drawingml/2006/main">
              <a:ext uri="{FF2B5EF4-FFF2-40B4-BE49-F238E27FC236}">
                <a16:creationId xmlns:a16="http://schemas.microsoft.com/office/drawing/2014/main" id="{EED7EA39-F0B8-47DF-B0D1-C846BF80E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47836" y="20229433"/>
            <a:ext cx="3089479" cy="95"/>
          </a:xfrm>
          <a:custGeom xmlns:a="http://schemas.openxmlformats.org/drawingml/2006/main">
            <a:pathLst>
              <a:path w="3089479" h="95">
                <a:moveTo>
                  <a:pt x="0" y="0"/>
                </a:moveTo>
                <a:lnTo>
                  <a:pt x="3089479" y="0"/>
                </a:lnTo>
              </a:path>
            </a:pathLst>
          </a:custGeom>
          <a:noFill xmlns:a="http://schemas.openxmlformats.org/drawingml/2006/main"/>
          <a:ln xmlns:a="http://schemas.openxmlformats.org/drawingml/2006/main" w="17824">
            <a:solidFill>
              <a:srgbClr val="DCE6ED"/>
            </a:solidFill>
          </a:ln>
        </p:spPr>
      </p:sp>
      <p:sp>
        <p:nvSpPr>
          <p:cNvPr id="81" name="s80">
            <a:extLst xmlns:a="http://schemas.openxmlformats.org/drawingml/2006/main">
              <a:ext uri="{FF2B5EF4-FFF2-40B4-BE49-F238E27FC236}">
                <a16:creationId xmlns:a16="http://schemas.microsoft.com/office/drawing/2014/main" id="{A30068E8-1527-4D6D-BBF6-A487A6D98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47836" y="19176039"/>
            <a:ext cx="3089479" cy="95"/>
          </a:xfrm>
          <a:custGeom xmlns:a="http://schemas.openxmlformats.org/drawingml/2006/main">
            <a:pathLst>
              <a:path w="3089479" h="95">
                <a:moveTo>
                  <a:pt x="0" y="0"/>
                </a:moveTo>
                <a:lnTo>
                  <a:pt x="3089479" y="0"/>
                </a:lnTo>
              </a:path>
            </a:pathLst>
          </a:custGeom>
          <a:noFill xmlns:a="http://schemas.openxmlformats.org/drawingml/2006/main"/>
          <a:ln xmlns:a="http://schemas.openxmlformats.org/drawingml/2006/main" w="17824">
            <a:solidFill>
              <a:srgbClr val="DCE6ED"/>
            </a:solidFill>
          </a:ln>
        </p:spPr>
      </p:sp>
      <p:sp>
        <p:nvSpPr>
          <p:cNvPr id="82" name="s81">
            <a:extLst xmlns:a="http://schemas.openxmlformats.org/drawingml/2006/main">
              <a:ext uri="{FF2B5EF4-FFF2-40B4-BE49-F238E27FC236}">
                <a16:creationId xmlns:a16="http://schemas.microsoft.com/office/drawing/2014/main" id="{D8101962-186C-4977-B2F8-0D283DF6C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47836" y="18122646"/>
            <a:ext cx="3089479" cy="95"/>
          </a:xfrm>
          <a:custGeom xmlns:a="http://schemas.openxmlformats.org/drawingml/2006/main">
            <a:pathLst>
              <a:path w="3089479" h="95">
                <a:moveTo>
                  <a:pt x="0" y="0"/>
                </a:moveTo>
                <a:lnTo>
                  <a:pt x="3089479" y="0"/>
                </a:lnTo>
              </a:path>
            </a:pathLst>
          </a:custGeom>
          <a:noFill xmlns:a="http://schemas.openxmlformats.org/drawingml/2006/main"/>
          <a:ln xmlns:a="http://schemas.openxmlformats.org/drawingml/2006/main" w="17824">
            <a:solidFill>
              <a:srgbClr val="DCE6ED"/>
            </a:solidFill>
          </a:ln>
        </p:spPr>
      </p:sp>
      <p:sp>
        <p:nvSpPr>
          <p:cNvPr id="83" name="s82">
            <a:extLst xmlns:a="http://schemas.openxmlformats.org/drawingml/2006/main">
              <a:ext uri="{FF2B5EF4-FFF2-40B4-BE49-F238E27FC236}">
                <a16:creationId xmlns:a16="http://schemas.microsoft.com/office/drawing/2014/main" id="{02DBDD39-7E81-423B-B70E-A4849A1DC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47836" y="18928168"/>
            <a:ext cx="2994418" cy="1141087"/>
          </a:xfrm>
          <a:custGeom xmlns:a="http://schemas.openxmlformats.org/drawingml/2006/main">
            <a:pathLst>
              <a:path w="2994418" h="1141087">
                <a:moveTo>
                  <a:pt x="0" y="1141087"/>
                </a:moveTo>
                <a:lnTo>
                  <a:pt x="499070" y="1064920"/>
                </a:lnTo>
                <a:lnTo>
                  <a:pt x="998139" y="990891"/>
                </a:lnTo>
                <a:lnTo>
                  <a:pt x="1497209" y="833922"/>
                </a:lnTo>
                <a:lnTo>
                  <a:pt x="1996279" y="730781"/>
                </a:lnTo>
                <a:lnTo>
                  <a:pt x="2495349" y="730781"/>
                </a:lnTo>
                <a:lnTo>
                  <a:pt x="2994418" y="0"/>
                </a:lnTo>
              </a:path>
            </a:pathLst>
          </a:custGeom>
          <a:noFill xmlns:a="http://schemas.openxmlformats.org/drawingml/2006/main"/>
          <a:ln xmlns:a="http://schemas.openxmlformats.org/drawingml/2006/main" w="47530">
            <a:solidFill>
              <a:srgbClr val="0674B6"/>
            </a:solidFill>
          </a:ln>
        </p:spPr>
      </p:sp>
      <p:sp>
        <p:nvSpPr>
          <p:cNvPr id="84" name="s83">
            <a:extLst xmlns:a="http://schemas.openxmlformats.org/drawingml/2006/main">
              <a:ext uri="{FF2B5EF4-FFF2-40B4-BE49-F238E27FC236}">
                <a16:creationId xmlns:a16="http://schemas.microsoft.com/office/drawing/2014/main" id="{CA7F9513-DD9C-40F6-A203-C783B084D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8423" y="20009842"/>
            <a:ext cx="118826" cy="1188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674B6"/>
          </a:solidFill>
          <a:ln xmlns:a="http://schemas.openxmlformats.org/drawingml/2006/main" w="0">
            <a:noFill/>
          </a:ln>
        </p:spPr>
      </p:sp>
      <p:sp>
        <p:nvSpPr>
          <p:cNvPr id="85" name="s84">
            <a:extLst xmlns:a="http://schemas.openxmlformats.org/drawingml/2006/main">
              <a:ext uri="{FF2B5EF4-FFF2-40B4-BE49-F238E27FC236}">
                <a16:creationId xmlns:a16="http://schemas.microsoft.com/office/drawing/2014/main" id="{1DA129D8-6A6D-42FD-B235-7FF2753A4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87493" y="19933675"/>
            <a:ext cx="118826" cy="1188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674B6"/>
          </a:solidFill>
          <a:ln xmlns:a="http://schemas.openxmlformats.org/drawingml/2006/main" w="0">
            <a:noFill/>
          </a:ln>
        </p:spPr>
      </p:sp>
      <p:sp>
        <p:nvSpPr>
          <p:cNvPr id="86" name="s85">
            <a:extLst xmlns:a="http://schemas.openxmlformats.org/drawingml/2006/main">
              <a:ext uri="{FF2B5EF4-FFF2-40B4-BE49-F238E27FC236}">
                <a16:creationId xmlns:a16="http://schemas.microsoft.com/office/drawing/2014/main" id="{C0CD590F-7684-4A02-9772-212B5156C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86563" y="19859646"/>
            <a:ext cx="118826" cy="1188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674B6"/>
          </a:solidFill>
          <a:ln xmlns:a="http://schemas.openxmlformats.org/drawingml/2006/main" w="0">
            <a:noFill/>
          </a:ln>
        </p:spPr>
      </p:sp>
      <p:sp>
        <p:nvSpPr>
          <p:cNvPr id="87" name="s86">
            <a:extLst xmlns:a="http://schemas.openxmlformats.org/drawingml/2006/main">
              <a:ext uri="{FF2B5EF4-FFF2-40B4-BE49-F238E27FC236}">
                <a16:creationId xmlns:a16="http://schemas.microsoft.com/office/drawing/2014/main" id="{A3C14C0C-5DD9-47B7-9BE0-587280820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85633" y="19702677"/>
            <a:ext cx="118826" cy="1188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674B6"/>
          </a:solidFill>
          <a:ln xmlns:a="http://schemas.openxmlformats.org/drawingml/2006/main" w="0">
            <a:noFill/>
          </a:ln>
        </p:spPr>
      </p:sp>
      <p:sp>
        <p:nvSpPr>
          <p:cNvPr id="88" name="s87">
            <a:extLst xmlns:a="http://schemas.openxmlformats.org/drawingml/2006/main">
              <a:ext uri="{FF2B5EF4-FFF2-40B4-BE49-F238E27FC236}">
                <a16:creationId xmlns:a16="http://schemas.microsoft.com/office/drawing/2014/main" id="{00A2D6BF-2B34-4A17-94B7-0A80042DA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84702" y="19599536"/>
            <a:ext cx="118826" cy="1188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674B6"/>
          </a:solidFill>
          <a:ln xmlns:a="http://schemas.openxmlformats.org/drawingml/2006/main" w="0">
            <a:noFill/>
          </a:ln>
        </p:spPr>
      </p:sp>
      <p:sp>
        <p:nvSpPr>
          <p:cNvPr id="89" name="s88">
            <a:extLst xmlns:a="http://schemas.openxmlformats.org/drawingml/2006/main">
              <a:ext uri="{FF2B5EF4-FFF2-40B4-BE49-F238E27FC236}">
                <a16:creationId xmlns:a16="http://schemas.microsoft.com/office/drawing/2014/main" id="{0E2371D6-FC36-4212-AF58-DF52A73CA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3772" y="19599536"/>
            <a:ext cx="118826" cy="1188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674B6"/>
          </a:solidFill>
          <a:ln xmlns:a="http://schemas.openxmlformats.org/drawingml/2006/main" w="0">
            <a:noFill/>
          </a:ln>
        </p:spPr>
      </p:sp>
      <p:sp>
        <p:nvSpPr>
          <p:cNvPr id="90" name="s89">
            <a:extLst xmlns:a="http://schemas.openxmlformats.org/drawingml/2006/main">
              <a:ext uri="{FF2B5EF4-FFF2-40B4-BE49-F238E27FC236}">
                <a16:creationId xmlns:a16="http://schemas.microsoft.com/office/drawing/2014/main" id="{04D7FE7E-E989-4BBA-9E66-FF2DEEB89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82842" y="18868755"/>
            <a:ext cx="118826" cy="1188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674B6"/>
          </a:solidFill>
          <a:ln xmlns:a="http://schemas.openxmlformats.org/drawingml/2006/main" w="0">
            <a:noFill/>
          </a:ln>
        </p:spPr>
      </p:sp>
      <p:sp>
        <p:nvSpPr>
          <p:cNvPr id="91" name="s90">
            <a:extLst xmlns:a="http://schemas.openxmlformats.org/drawingml/2006/main">
              <a:ext uri="{FF2B5EF4-FFF2-40B4-BE49-F238E27FC236}">
                <a16:creationId xmlns:a16="http://schemas.microsoft.com/office/drawing/2014/main" id="{73EC1C34-E197-4383-9411-4380E066A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85920" y="20229433"/>
            <a:ext cx="3089479" cy="95"/>
          </a:xfrm>
          <a:custGeom xmlns:a="http://schemas.openxmlformats.org/drawingml/2006/main">
            <a:pathLst>
              <a:path w="3089479" h="95">
                <a:moveTo>
                  <a:pt x="0" y="0"/>
                </a:moveTo>
                <a:lnTo>
                  <a:pt x="3089479" y="0"/>
                </a:lnTo>
              </a:path>
            </a:pathLst>
          </a:custGeom>
          <a:noFill xmlns:a="http://schemas.openxmlformats.org/drawingml/2006/main"/>
          <a:ln xmlns:a="http://schemas.openxmlformats.org/drawingml/2006/main" w="17824">
            <a:solidFill>
              <a:srgbClr val="DCE6ED"/>
            </a:solidFill>
          </a:ln>
        </p:spPr>
      </p:sp>
      <p:sp>
        <p:nvSpPr>
          <p:cNvPr id="92" name="s91">
            <a:extLst xmlns:a="http://schemas.openxmlformats.org/drawingml/2006/main">
              <a:ext uri="{FF2B5EF4-FFF2-40B4-BE49-F238E27FC236}">
                <a16:creationId xmlns:a16="http://schemas.microsoft.com/office/drawing/2014/main" id="{38C0D3E8-48AD-4FCF-B106-655DFD79B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85920" y="19176039"/>
            <a:ext cx="3089479" cy="95"/>
          </a:xfrm>
          <a:custGeom xmlns:a="http://schemas.openxmlformats.org/drawingml/2006/main">
            <a:pathLst>
              <a:path w="3089479" h="95">
                <a:moveTo>
                  <a:pt x="0" y="0"/>
                </a:moveTo>
                <a:lnTo>
                  <a:pt x="3089479" y="0"/>
                </a:lnTo>
              </a:path>
            </a:pathLst>
          </a:custGeom>
          <a:noFill xmlns:a="http://schemas.openxmlformats.org/drawingml/2006/main"/>
          <a:ln xmlns:a="http://schemas.openxmlformats.org/drawingml/2006/main" w="17824">
            <a:solidFill>
              <a:srgbClr val="DCE6ED"/>
            </a:solidFill>
          </a:ln>
        </p:spPr>
      </p:sp>
      <p:sp>
        <p:nvSpPr>
          <p:cNvPr id="93" name="s92">
            <a:extLst xmlns:a="http://schemas.openxmlformats.org/drawingml/2006/main">
              <a:ext uri="{FF2B5EF4-FFF2-40B4-BE49-F238E27FC236}">
                <a16:creationId xmlns:a16="http://schemas.microsoft.com/office/drawing/2014/main" id="{2C9867EF-ABCD-466A-9ABD-D35FC60DE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85920" y="18122646"/>
            <a:ext cx="3089479" cy="95"/>
          </a:xfrm>
          <a:custGeom xmlns:a="http://schemas.openxmlformats.org/drawingml/2006/main">
            <a:pathLst>
              <a:path w="3089479" h="95">
                <a:moveTo>
                  <a:pt x="0" y="0"/>
                </a:moveTo>
                <a:lnTo>
                  <a:pt x="3089479" y="0"/>
                </a:lnTo>
              </a:path>
            </a:pathLst>
          </a:custGeom>
          <a:noFill xmlns:a="http://schemas.openxmlformats.org/drawingml/2006/main"/>
          <a:ln xmlns:a="http://schemas.openxmlformats.org/drawingml/2006/main" w="17824">
            <a:solidFill>
              <a:srgbClr val="DCE6ED"/>
            </a:solidFill>
          </a:ln>
        </p:spPr>
      </p:sp>
      <p:sp>
        <p:nvSpPr>
          <p:cNvPr id="94" name="s93">
            <a:extLst xmlns:a="http://schemas.openxmlformats.org/drawingml/2006/main">
              <a:ext uri="{FF2B5EF4-FFF2-40B4-BE49-F238E27FC236}">
                <a16:creationId xmlns:a16="http://schemas.microsoft.com/office/drawing/2014/main" id="{5CBF365A-05E8-4808-81DD-66E59D75A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85920" y="18566224"/>
            <a:ext cx="2994418" cy="851864"/>
          </a:xfrm>
          <a:custGeom xmlns:a="http://schemas.openxmlformats.org/drawingml/2006/main">
            <a:pathLst>
              <a:path w="2994418" h="851864">
                <a:moveTo>
                  <a:pt x="0" y="851864"/>
                </a:moveTo>
                <a:lnTo>
                  <a:pt x="499070" y="364915"/>
                </a:lnTo>
                <a:lnTo>
                  <a:pt x="998139" y="548858"/>
                </a:lnTo>
                <a:lnTo>
                  <a:pt x="1497209" y="132135"/>
                </a:lnTo>
                <a:lnTo>
                  <a:pt x="1996279" y="0"/>
                </a:lnTo>
                <a:lnTo>
                  <a:pt x="2495349" y="0"/>
                </a:lnTo>
                <a:lnTo>
                  <a:pt x="2994418" y="88644"/>
                </a:lnTo>
              </a:path>
            </a:pathLst>
          </a:custGeom>
          <a:noFill xmlns:a="http://schemas.openxmlformats.org/drawingml/2006/main"/>
          <a:ln xmlns:a="http://schemas.openxmlformats.org/drawingml/2006/main" w="47530">
            <a:solidFill>
              <a:srgbClr val="0674B6"/>
            </a:solidFill>
          </a:ln>
        </p:spPr>
      </p:sp>
      <p:sp>
        <p:nvSpPr>
          <p:cNvPr id="95" name="s94">
            <a:extLst xmlns:a="http://schemas.openxmlformats.org/drawingml/2006/main">
              <a:ext uri="{FF2B5EF4-FFF2-40B4-BE49-F238E27FC236}">
                <a16:creationId xmlns:a16="http://schemas.microsoft.com/office/drawing/2014/main" id="{91E19DE9-32A9-4442-9103-F7A6CA51C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26507" y="19358675"/>
            <a:ext cx="118826" cy="1188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674B6"/>
          </a:solidFill>
          <a:ln xmlns:a="http://schemas.openxmlformats.org/drawingml/2006/main" w="0">
            <a:noFill/>
          </a:ln>
        </p:spPr>
      </p:sp>
      <p:sp>
        <p:nvSpPr>
          <p:cNvPr id="96" name="s95">
            <a:extLst xmlns:a="http://schemas.openxmlformats.org/drawingml/2006/main">
              <a:ext uri="{FF2B5EF4-FFF2-40B4-BE49-F238E27FC236}">
                <a16:creationId xmlns:a16="http://schemas.microsoft.com/office/drawing/2014/main" id="{C2D009F9-467C-4360-914B-28B8ADEDD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25577" y="18871726"/>
            <a:ext cx="118826" cy="1188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674B6"/>
          </a:solidFill>
          <a:ln xmlns:a="http://schemas.openxmlformats.org/drawingml/2006/main" w="0">
            <a:noFill/>
          </a:ln>
        </p:spPr>
      </p:sp>
      <p:sp>
        <p:nvSpPr>
          <p:cNvPr id="97" name="s96">
            <a:extLst xmlns:a="http://schemas.openxmlformats.org/drawingml/2006/main">
              <a:ext uri="{FF2B5EF4-FFF2-40B4-BE49-F238E27FC236}">
                <a16:creationId xmlns:a16="http://schemas.microsoft.com/office/drawing/2014/main" id="{430F6E9C-99FD-438B-97E0-31B6547B3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24647" y="19055669"/>
            <a:ext cx="118826" cy="1188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674B6"/>
          </a:solidFill>
          <a:ln xmlns:a="http://schemas.openxmlformats.org/drawingml/2006/main" w="0">
            <a:noFill/>
          </a:ln>
        </p:spPr>
      </p:sp>
      <p:sp>
        <p:nvSpPr>
          <p:cNvPr id="98" name="s97">
            <a:extLst xmlns:a="http://schemas.openxmlformats.org/drawingml/2006/main">
              <a:ext uri="{FF2B5EF4-FFF2-40B4-BE49-F238E27FC236}">
                <a16:creationId xmlns:a16="http://schemas.microsoft.com/office/drawing/2014/main" id="{0AC05461-8AF0-448F-865B-F0D763F3A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23716" y="18638945"/>
            <a:ext cx="118826" cy="1188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674B6"/>
          </a:solidFill>
          <a:ln xmlns:a="http://schemas.openxmlformats.org/drawingml/2006/main" w="0">
            <a:noFill/>
          </a:ln>
        </p:spPr>
      </p:sp>
      <p:sp>
        <p:nvSpPr>
          <p:cNvPr id="99" name="s98">
            <a:extLst xmlns:a="http://schemas.openxmlformats.org/drawingml/2006/main">
              <a:ext uri="{FF2B5EF4-FFF2-40B4-BE49-F238E27FC236}">
                <a16:creationId xmlns:a16="http://schemas.microsoft.com/office/drawing/2014/main" id="{FEBD2D70-4B7B-4DBC-A328-8986A2FC0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22786" y="18506811"/>
            <a:ext cx="118826" cy="1188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674B6"/>
          </a:solidFill>
          <a:ln xmlns:a="http://schemas.openxmlformats.org/drawingml/2006/main" w="0">
            <a:noFill/>
          </a:ln>
        </p:spPr>
      </p:sp>
      <p:sp>
        <p:nvSpPr>
          <p:cNvPr id="100" name="s99">
            <a:extLst xmlns:a="http://schemas.openxmlformats.org/drawingml/2006/main">
              <a:ext uri="{FF2B5EF4-FFF2-40B4-BE49-F238E27FC236}">
                <a16:creationId xmlns:a16="http://schemas.microsoft.com/office/drawing/2014/main" id="{E916AA3E-564E-445F-AC37-6352007B4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21856" y="18506811"/>
            <a:ext cx="118826" cy="1188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674B6"/>
          </a:solidFill>
          <a:ln xmlns:a="http://schemas.openxmlformats.org/drawingml/2006/main" w="0">
            <a:noFill/>
          </a:ln>
        </p:spPr>
      </p:sp>
      <p:sp>
        <p:nvSpPr>
          <p:cNvPr id="101" name="s100">
            <a:extLst xmlns:a="http://schemas.openxmlformats.org/drawingml/2006/main">
              <a:ext uri="{FF2B5EF4-FFF2-40B4-BE49-F238E27FC236}">
                <a16:creationId xmlns:a16="http://schemas.microsoft.com/office/drawing/2014/main" id="{7F6EB2E5-DC87-443D-93F3-441E3AA71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20926" y="18595455"/>
            <a:ext cx="118826" cy="1188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674B6"/>
          </a:solidFill>
          <a:ln xmlns:a="http://schemas.openxmlformats.org/drawingml/2006/main" w="0">
            <a:noFill/>
          </a:ln>
        </p:spPr>
      </p:sp>
      <p:sp>
        <p:nvSpPr>
          <p:cNvPr id="102" name="s101">
            <a:extLst xmlns:a="http://schemas.openxmlformats.org/drawingml/2006/main">
              <a:ext uri="{FF2B5EF4-FFF2-40B4-BE49-F238E27FC236}">
                <a16:creationId xmlns:a16="http://schemas.microsoft.com/office/drawing/2014/main" id="{4AB47B57-4803-4B54-9E54-C7824B982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4381" y="19326838"/>
            <a:ext cx="531057" cy="3905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39" b="1" i="0">
                <a:solidFill>
                  <a:srgbClr val="13304C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339" b="1" i="0">
                <a:solidFill>
                  <a:srgbClr val="13304C"/>
                </a:solidFill>
                <a:latin typeface="Barlow Condensed"/>
                <a:ea typeface="Barlow Condensed"/>
                <a:cs typeface="Barlow Condensed"/>
              </a:rPr>
              <a:t>46.2</a:t>
            </a:r>
          </a:p>
        </p:txBody>
      </p:sp>
      <p:sp>
        <p:nvSpPr>
          <p:cNvPr id="103" name="s102">
            <a:extLst xmlns:a="http://schemas.openxmlformats.org/drawingml/2006/main">
              <a:ext uri="{FF2B5EF4-FFF2-40B4-BE49-F238E27FC236}">
                <a16:creationId xmlns:a16="http://schemas.microsoft.com/office/drawing/2014/main" id="{C48FF86A-A96C-4AB8-B4F6-D94C48ABD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0594" y="18410213"/>
            <a:ext cx="516806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39" b="1" i="0">
                <a:solidFill>
                  <a:srgbClr val="13304C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339" b="1" i="0">
                <a:solidFill>
                  <a:srgbClr val="13304C"/>
                </a:solidFill>
                <a:latin typeface="Barlow Condensed"/>
                <a:ea typeface="Barlow Condensed"/>
                <a:cs typeface="Barlow Condensed"/>
              </a:rPr>
              <a:t>63.2</a:t>
            </a:r>
          </a:p>
        </p:txBody>
      </p:sp>
      <p:sp>
        <p:nvSpPr>
          <p:cNvPr id="104" name="s103">
            <a:extLst xmlns:a="http://schemas.openxmlformats.org/drawingml/2006/main">
              <a:ext uri="{FF2B5EF4-FFF2-40B4-BE49-F238E27FC236}">
                <a16:creationId xmlns:a16="http://schemas.microsoft.com/office/drawing/2014/main" id="{24B34B74-9E9B-4245-86A5-3BBEB40CE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2967" y="19216448"/>
            <a:ext cx="5270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39" b="1" i="0">
                <a:solidFill>
                  <a:srgbClr val="13304C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339" b="1" i="0">
                <a:solidFill>
                  <a:srgbClr val="13304C"/>
                </a:solidFill>
                <a:latin typeface="Barlow Condensed"/>
                <a:ea typeface="Barlow Condensed"/>
                <a:cs typeface="Barlow Condensed"/>
              </a:rPr>
              <a:t>49.8</a:t>
            </a:r>
          </a:p>
        </p:txBody>
      </p:sp>
      <p:sp>
        <p:nvSpPr>
          <p:cNvPr id="105" name="s104">
            <a:extLst xmlns:a="http://schemas.openxmlformats.org/drawingml/2006/main">
              <a:ext uri="{FF2B5EF4-FFF2-40B4-BE49-F238E27FC236}">
                <a16:creationId xmlns:a16="http://schemas.microsoft.com/office/drawing/2014/main" id="{011B6279-1BE6-4B08-9909-EB29FC233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6204" y="18169947"/>
            <a:ext cx="518665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39" b="1" i="0">
                <a:solidFill>
                  <a:srgbClr val="13304C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339" b="1" i="0">
                <a:solidFill>
                  <a:srgbClr val="13304C"/>
                </a:solidFill>
                <a:latin typeface="Barlow Condensed"/>
                <a:ea typeface="Barlow Condensed"/>
                <a:cs typeface="Barlow Condensed"/>
              </a:rPr>
              <a:t>74.6</a:t>
            </a:r>
          </a:p>
        </p:txBody>
      </p:sp>
      <p:sp>
        <p:nvSpPr>
          <p:cNvPr id="106" name="s105">
            <a:extLst xmlns:a="http://schemas.openxmlformats.org/drawingml/2006/main">
              <a:ext uri="{FF2B5EF4-FFF2-40B4-BE49-F238E27FC236}">
                <a16:creationId xmlns:a16="http://schemas.microsoft.com/office/drawing/2014/main" id="{6A632E4A-FE0C-4A05-A41C-66E2ABF87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63889" y="17963545"/>
            <a:ext cx="541437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39" b="1" i="0">
                <a:solidFill>
                  <a:srgbClr val="13304C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339" b="1" i="0">
                <a:solidFill>
                  <a:srgbClr val="13304C"/>
                </a:solidFill>
                <a:latin typeface="Barlow Condensed"/>
                <a:ea typeface="Barlow Condensed"/>
                <a:cs typeface="Barlow Condensed"/>
              </a:rPr>
              <a:t>84.4</a:t>
            </a:r>
          </a:p>
        </p:txBody>
      </p:sp>
      <p:sp>
        <p:nvSpPr>
          <p:cNvPr id="107" name="s106">
            <a:extLst xmlns:a="http://schemas.openxmlformats.org/drawingml/2006/main">
              <a:ext uri="{FF2B5EF4-FFF2-40B4-BE49-F238E27FC236}">
                <a16:creationId xmlns:a16="http://schemas.microsoft.com/office/drawing/2014/main" id="{DDA4AAA1-CF5D-4BC9-A65A-D9828E8CC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62958" y="18522029"/>
            <a:ext cx="541437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39" b="1" i="0">
                <a:solidFill>
                  <a:srgbClr val="13304C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339" b="1" i="0">
                <a:solidFill>
                  <a:srgbClr val="13304C"/>
                </a:solidFill>
                <a:latin typeface="Barlow Condensed"/>
                <a:ea typeface="Barlow Condensed"/>
                <a:cs typeface="Barlow Condensed"/>
              </a:rPr>
              <a:t>84.4</a:t>
            </a:r>
          </a:p>
        </p:txBody>
      </p:sp>
      <p:sp>
        <p:nvSpPr>
          <p:cNvPr id="108" name="s107">
            <a:extLst xmlns:a="http://schemas.openxmlformats.org/drawingml/2006/main">
              <a:ext uri="{FF2B5EF4-FFF2-40B4-BE49-F238E27FC236}">
                <a16:creationId xmlns:a16="http://schemas.microsoft.com/office/drawing/2014/main" id="{52913578-24A6-433B-A0C9-A08A5C97C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62028" y="17963545"/>
            <a:ext cx="541437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39" b="1" i="0">
                <a:solidFill>
                  <a:srgbClr val="13304C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339" b="1" i="0">
                <a:solidFill>
                  <a:srgbClr val="13304C"/>
                </a:solidFill>
                <a:latin typeface="Barlow Condensed"/>
                <a:ea typeface="Barlow Condensed"/>
                <a:cs typeface="Barlow Condensed"/>
              </a:rPr>
              <a:t>84.4</a:t>
            </a:r>
          </a:p>
        </p:txBody>
      </p:sp>
      <p:sp>
        <p:nvSpPr>
          <p:cNvPr id="109" name="s108">
            <a:extLst xmlns:a="http://schemas.openxmlformats.org/drawingml/2006/main">
              <a:ext uri="{FF2B5EF4-FFF2-40B4-BE49-F238E27FC236}">
                <a16:creationId xmlns:a16="http://schemas.microsoft.com/office/drawing/2014/main" id="{2424B0CF-753D-49F3-9FE6-77B91284E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95809" y="19581482"/>
            <a:ext cx="361206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39" b="1" i="0">
                <a:solidFill>
                  <a:srgbClr val="13304C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339" b="1" i="0">
                <a:solidFill>
                  <a:srgbClr val="13304C"/>
                </a:solidFill>
                <a:latin typeface="Barlow Condensed"/>
                <a:ea typeface="Barlow Condensed"/>
                <a:cs typeface="Barlow Condensed"/>
              </a:rPr>
              <a:t>7.6</a:t>
            </a:r>
          </a:p>
        </p:txBody>
      </p:sp>
      <p:sp>
        <p:nvSpPr>
          <p:cNvPr id="110" name="s109">
            <a:extLst xmlns:a="http://schemas.openxmlformats.org/drawingml/2006/main">
              <a:ext uri="{FF2B5EF4-FFF2-40B4-BE49-F238E27FC236}">
                <a16:creationId xmlns:a16="http://schemas.microsoft.com/office/drawing/2014/main" id="{4F912256-4F07-4359-8C63-9044E8B45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5634" y="19505314"/>
            <a:ext cx="422981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39" b="1" i="0">
                <a:solidFill>
                  <a:srgbClr val="13304C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339" b="1" i="0">
                <a:solidFill>
                  <a:srgbClr val="13304C"/>
                </a:solidFill>
                <a:latin typeface="Barlow Condensed"/>
                <a:ea typeface="Barlow Condensed"/>
                <a:cs typeface="Barlow Condensed"/>
              </a:rPr>
              <a:t>11.2</a:t>
            </a:r>
          </a:p>
        </p:txBody>
      </p:sp>
      <p:sp>
        <p:nvSpPr>
          <p:cNvPr id="111" name="s110">
            <a:extLst xmlns:a="http://schemas.openxmlformats.org/drawingml/2006/main">
              <a:ext uri="{FF2B5EF4-FFF2-40B4-BE49-F238E27FC236}">
                <a16:creationId xmlns:a16="http://schemas.microsoft.com/office/drawing/2014/main" id="{F573E083-0C1D-402B-BE0E-9D5CEA266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43421" y="19431286"/>
            <a:ext cx="465117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39" b="1" i="0">
                <a:solidFill>
                  <a:srgbClr val="13304C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339" b="1" i="0">
                <a:solidFill>
                  <a:srgbClr val="13304C"/>
                </a:solidFill>
                <a:latin typeface="Barlow Condensed"/>
                <a:ea typeface="Barlow Condensed"/>
                <a:cs typeface="Barlow Condensed"/>
              </a:rPr>
              <a:t>14.7</a:t>
            </a:r>
          </a:p>
        </p:txBody>
      </p:sp>
      <p:sp>
        <p:nvSpPr>
          <p:cNvPr id="112" name="s111">
            <a:extLst xmlns:a="http://schemas.openxmlformats.org/drawingml/2006/main">
              <a:ext uri="{FF2B5EF4-FFF2-40B4-BE49-F238E27FC236}">
                <a16:creationId xmlns:a16="http://schemas.microsoft.com/office/drawing/2014/main" id="{0456F21D-0C66-47AD-BEA2-F8C7E32C5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6818" y="19274317"/>
            <a:ext cx="516806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39" b="1" i="0">
                <a:solidFill>
                  <a:srgbClr val="13304C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339" b="1" i="0">
                <a:solidFill>
                  <a:srgbClr val="13304C"/>
                </a:solidFill>
                <a:latin typeface="Barlow Condensed"/>
                <a:ea typeface="Barlow Condensed"/>
                <a:cs typeface="Barlow Condensed"/>
              </a:rPr>
              <a:t>22.2</a:t>
            </a:r>
          </a:p>
        </p:txBody>
      </p:sp>
      <p:sp>
        <p:nvSpPr>
          <p:cNvPr id="113" name="s112">
            <a:extLst xmlns:a="http://schemas.openxmlformats.org/drawingml/2006/main">
              <a:ext uri="{FF2B5EF4-FFF2-40B4-BE49-F238E27FC236}">
                <a16:creationId xmlns:a16="http://schemas.microsoft.com/office/drawing/2014/main" id="{9722F87D-EB15-4E6E-B28A-D45E54990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50193" y="19171175"/>
            <a:ext cx="444996" cy="3905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39" b="1" i="0">
                <a:solidFill>
                  <a:srgbClr val="13304C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339" b="1" i="0">
                <a:solidFill>
                  <a:srgbClr val="13304C"/>
                </a:solidFill>
                <a:latin typeface="Barlow Condensed"/>
                <a:ea typeface="Barlow Condensed"/>
                <a:cs typeface="Barlow Condensed"/>
              </a:rPr>
              <a:t>27.1</a:t>
            </a:r>
          </a:p>
        </p:txBody>
      </p:sp>
      <p:sp>
        <p:nvSpPr>
          <p:cNvPr id="114" name="s113">
            <a:extLst xmlns:a="http://schemas.openxmlformats.org/drawingml/2006/main">
              <a:ext uri="{FF2B5EF4-FFF2-40B4-BE49-F238E27FC236}">
                <a16:creationId xmlns:a16="http://schemas.microsoft.com/office/drawing/2014/main" id="{F7B79467-D2C2-494F-A5A7-23745D3D1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49263" y="19695198"/>
            <a:ext cx="444996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39" b="1" i="0">
                <a:solidFill>
                  <a:srgbClr val="13304C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339" b="1" i="0">
                <a:solidFill>
                  <a:srgbClr val="13304C"/>
                </a:solidFill>
                <a:latin typeface="Barlow Condensed"/>
                <a:ea typeface="Barlow Condensed"/>
                <a:cs typeface="Barlow Condensed"/>
              </a:rPr>
              <a:t>27.1</a:t>
            </a:r>
          </a:p>
        </p:txBody>
      </p:sp>
      <p:sp>
        <p:nvSpPr>
          <p:cNvPr id="115" name="s114">
            <a:extLst xmlns:a="http://schemas.openxmlformats.org/drawingml/2006/main">
              <a:ext uri="{FF2B5EF4-FFF2-40B4-BE49-F238E27FC236}">
                <a16:creationId xmlns:a16="http://schemas.microsoft.com/office/drawing/2014/main" id="{FD0050D5-8875-4105-8272-6EE61FE93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37914" y="18440395"/>
            <a:ext cx="465832" cy="3905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39" b="1" i="0">
                <a:solidFill>
                  <a:srgbClr val="13304C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339" b="1" i="0">
                <a:solidFill>
                  <a:srgbClr val="13304C"/>
                </a:solidFill>
                <a:latin typeface="Barlow Condensed"/>
                <a:ea typeface="Barlow Condensed"/>
                <a:cs typeface="Barlow Condensed"/>
              </a:rPr>
              <a:t>61.8</a:t>
            </a:r>
          </a:p>
        </p:txBody>
      </p:sp>
      <p:sp>
        <p:nvSpPr>
          <p:cNvPr id="116" name="s115">
            <a:extLst xmlns:a="http://schemas.openxmlformats.org/drawingml/2006/main">
              <a:ext uri="{FF2B5EF4-FFF2-40B4-BE49-F238E27FC236}">
                <a16:creationId xmlns:a16="http://schemas.microsoft.com/office/drawing/2014/main" id="{438D15AA-7ECA-4929-9206-34AEE9353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57543" y="19488798"/>
            <a:ext cx="513904" cy="3905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39" b="1" i="0">
                <a:solidFill>
                  <a:srgbClr val="13304C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339" b="1" i="0">
                <a:solidFill>
                  <a:srgbClr val="13304C"/>
                </a:solidFill>
                <a:latin typeface="Barlow Condensed"/>
                <a:ea typeface="Barlow Condensed"/>
                <a:cs typeface="Barlow Condensed"/>
              </a:rPr>
              <a:t>38.5</a:t>
            </a:r>
          </a:p>
        </p:txBody>
      </p:sp>
      <p:sp>
        <p:nvSpPr>
          <p:cNvPr id="117" name="s116">
            <a:extLst xmlns:a="http://schemas.openxmlformats.org/drawingml/2006/main">
              <a:ext uri="{FF2B5EF4-FFF2-40B4-BE49-F238E27FC236}">
                <a16:creationId xmlns:a16="http://schemas.microsoft.com/office/drawing/2014/main" id="{2D20FDD3-34B8-47D4-AA37-CE08FC83A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80650" y="18443365"/>
            <a:ext cx="465831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39" b="1" i="0">
                <a:solidFill>
                  <a:srgbClr val="13304C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339" b="1" i="0">
                <a:solidFill>
                  <a:srgbClr val="13304C"/>
                </a:solidFill>
                <a:latin typeface="Barlow Condensed"/>
                <a:ea typeface="Barlow Condensed"/>
                <a:cs typeface="Barlow Condensed"/>
              </a:rPr>
              <a:t>61.6</a:t>
            </a:r>
          </a:p>
        </p:txBody>
      </p:sp>
      <p:sp>
        <p:nvSpPr>
          <p:cNvPr id="118" name="s117">
            <a:extLst xmlns:a="http://schemas.openxmlformats.org/drawingml/2006/main">
              <a:ext uri="{FF2B5EF4-FFF2-40B4-BE49-F238E27FC236}">
                <a16:creationId xmlns:a16="http://schemas.microsoft.com/office/drawing/2014/main" id="{9703EF8D-DC24-4B3E-8088-6C4CFA155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56129" y="19151331"/>
            <a:ext cx="513011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39" b="1" i="0">
                <a:solidFill>
                  <a:srgbClr val="13304C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339" b="1" i="0">
                <a:solidFill>
                  <a:srgbClr val="13304C"/>
                </a:solidFill>
                <a:latin typeface="Barlow Condensed"/>
                <a:ea typeface="Barlow Condensed"/>
                <a:cs typeface="Barlow Condensed"/>
              </a:rPr>
              <a:t>52.9</a:t>
            </a:r>
          </a:p>
        </p:txBody>
      </p:sp>
      <p:sp>
        <p:nvSpPr>
          <p:cNvPr id="119" name="s118">
            <a:extLst xmlns:a="http://schemas.openxmlformats.org/drawingml/2006/main">
              <a:ext uri="{FF2B5EF4-FFF2-40B4-BE49-F238E27FC236}">
                <a16:creationId xmlns:a16="http://schemas.microsoft.com/office/drawing/2014/main" id="{49C7C8E9-F6DE-4BFC-B533-16F28376A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190" y="18210585"/>
            <a:ext cx="487978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39" b="1" i="0">
                <a:solidFill>
                  <a:srgbClr val="13304C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339" b="1" i="0">
                <a:solidFill>
                  <a:srgbClr val="13304C"/>
                </a:solidFill>
                <a:latin typeface="Barlow Condensed"/>
                <a:ea typeface="Barlow Condensed"/>
                <a:cs typeface="Barlow Condensed"/>
              </a:rPr>
              <a:t>72.7</a:t>
            </a:r>
          </a:p>
        </p:txBody>
      </p:sp>
      <p:sp>
        <p:nvSpPr>
          <p:cNvPr id="120" name="s119">
            <a:extLst xmlns:a="http://schemas.openxmlformats.org/drawingml/2006/main">
              <a:ext uri="{FF2B5EF4-FFF2-40B4-BE49-F238E27FC236}">
                <a16:creationId xmlns:a16="http://schemas.microsoft.com/office/drawing/2014/main" id="{390A0833-529E-4F44-B414-1D411D2A1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58734" y="18078450"/>
            <a:ext cx="50408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39" b="1" i="0">
                <a:solidFill>
                  <a:srgbClr val="13304C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339" b="1" i="0">
                <a:solidFill>
                  <a:srgbClr val="13304C"/>
                </a:solidFill>
                <a:latin typeface="Barlow Condensed"/>
                <a:ea typeface="Barlow Condensed"/>
                <a:cs typeface="Barlow Condensed"/>
              </a:rPr>
              <a:t>78.9</a:t>
            </a:r>
          </a:p>
        </p:txBody>
      </p:sp>
      <p:sp>
        <p:nvSpPr>
          <p:cNvPr id="121" name="s120">
            <a:extLst xmlns:a="http://schemas.openxmlformats.org/drawingml/2006/main">
              <a:ext uri="{FF2B5EF4-FFF2-40B4-BE49-F238E27FC236}">
                <a16:creationId xmlns:a16="http://schemas.microsoft.com/office/drawing/2014/main" id="{F4FD7236-C633-4671-881C-18DFE4372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57805" y="18636933"/>
            <a:ext cx="504081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39" b="1" i="0">
                <a:solidFill>
                  <a:srgbClr val="13304C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339" b="1" i="0">
                <a:solidFill>
                  <a:srgbClr val="13304C"/>
                </a:solidFill>
                <a:latin typeface="Barlow Condensed"/>
                <a:ea typeface="Barlow Condensed"/>
                <a:cs typeface="Barlow Condensed"/>
              </a:rPr>
              <a:t>78.9</a:t>
            </a:r>
          </a:p>
        </p:txBody>
      </p:sp>
      <p:sp>
        <p:nvSpPr>
          <p:cNvPr id="122" name="s121">
            <a:extLst xmlns:a="http://schemas.openxmlformats.org/drawingml/2006/main">
              <a:ext uri="{FF2B5EF4-FFF2-40B4-BE49-F238E27FC236}">
                <a16:creationId xmlns:a16="http://schemas.microsoft.com/office/drawing/2014/main" id="{7318ECA1-84A7-4CD5-A8F4-C7BE40589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59551" y="18167095"/>
            <a:ext cx="501639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39" b="1" i="0">
                <a:solidFill>
                  <a:srgbClr val="13304C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339" b="1" i="0">
                <a:solidFill>
                  <a:srgbClr val="13304C"/>
                </a:solidFill>
                <a:latin typeface="Barlow Condensed"/>
                <a:ea typeface="Barlow Condensed"/>
                <a:cs typeface="Barlow Condensed"/>
              </a:rPr>
              <a:t>74.7</a:t>
            </a:r>
          </a:p>
        </p:txBody>
      </p:sp>
      <p:pic>
        <p:nvPicPr>
          <p:cNvPr id="5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804368da8f460b">
            <a:extLst>
              <a:ext uri="{96DAC541-7B7A-43D3-8B79-37D633B846F1}">
                <asvg:svgBlip xmlns:asvg="http://schemas.microsoft.com/office/drawing/2016/SVG/main" r:embed="Rd4f289a3a9b0470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0567839" y="5175647"/>
            <a:ext cx="381000" cy="381000"/>
          </a:xfrm>
          <a:prstGeom xmlns:a="http://schemas.openxmlformats.org/drawingml/2006/main" prst="rect">
            <a:avLst/>
          </a:prstGeom>
        </p:spPr>
      </p:pic>
      <p:pic>
        <p:nvPicPr>
          <p:cNvPr id="5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e0a2d8709f473d">
            <a:extLst>
              <a:ext uri="{96DAC541-7B7A-43D3-8B79-37D633B846F1}">
                <asvg:svgBlip xmlns:asvg="http://schemas.microsoft.com/office/drawing/2016/SVG/main" r:embed="R0236f1112500498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2597259" y="5175647"/>
            <a:ext cx="381000" cy="381000"/>
          </a:xfrm>
          <a:prstGeom xmlns:a="http://schemas.openxmlformats.org/drawingml/2006/main" prst="rect">
            <a:avLst/>
          </a:prstGeom>
        </p:spPr>
      </p:pic>
      <p:pic>
        <p:nvPicPr>
          <p:cNvPr id="5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cb0a0ec22249d3">
            <a:extLst>
              <a:ext uri="{96DAC541-7B7A-43D3-8B79-37D633B846F1}">
                <asvg:svgBlip xmlns:asvg="http://schemas.microsoft.com/office/drawing/2016/SVG/main" r:embed="R0e0562fac043487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5913894" y="5175647"/>
            <a:ext cx="381000" cy="381000"/>
          </a:xfrm>
          <a:prstGeom xmlns:a="http://schemas.openxmlformats.org/drawingml/2006/main" prst="rect">
            <a:avLst/>
          </a:prstGeom>
        </p:spPr>
      </p:pic>
      <p:pic>
        <p:nvPicPr>
          <p:cNvPr id="5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bf8f748f944627">
            <a:extLst>
              <a:ext uri="{96DAC541-7B7A-43D3-8B79-37D633B846F1}">
                <asvg:svgBlip xmlns:asvg="http://schemas.microsoft.com/office/drawing/2016/SVG/main" r:embed="R04086f6da4624f9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8311217" y="5175647"/>
            <a:ext cx="381000" cy="381000"/>
          </a:xfrm>
          <a:prstGeom xmlns:a="http://schemas.openxmlformats.org/drawingml/2006/main" prst="rect">
            <a:avLst/>
          </a:prstGeom>
        </p:spPr>
      </p:pic>
      <p:pic>
        <p:nvPicPr>
          <p:cNvPr id="5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b0359b7fc9e475a">
            <a:extLst>
              <a:ext uri="{96DAC541-7B7A-43D3-8B79-37D633B846F1}">
                <asvg:svgBlip xmlns:asvg="http://schemas.microsoft.com/office/drawing/2016/SVG/main" r:embed="Rd8c012d6541b4d6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899154" y="9195941"/>
            <a:ext cx="476250" cy="476250"/>
          </a:xfrm>
          <a:prstGeom xmlns:a="http://schemas.openxmlformats.org/drawingml/2006/main" prst="rect">
            <a:avLst/>
          </a:prstGeom>
        </p:spPr>
      </p:pic>
      <p:pic>
        <p:nvPicPr>
          <p:cNvPr id="5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f1f5d0a3ca45c7">
            <a:extLst>
              <a:ext uri="{96DAC541-7B7A-43D3-8B79-37D633B846F1}">
                <asvg:svgBlip xmlns:asvg="http://schemas.microsoft.com/office/drawing/2016/SVG/main" r:embed="R5c8adca68ae34b5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1819334" y="9195941"/>
            <a:ext cx="476250" cy="476250"/>
          </a:xfrm>
          <a:prstGeom xmlns:a="http://schemas.openxmlformats.org/drawingml/2006/main" prst="rect">
            <a:avLst/>
          </a:prstGeom>
        </p:spPr>
      </p:pic>
      <p:pic>
        <p:nvPicPr>
          <p:cNvPr id="5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84cc728f2341d5">
            <a:extLst>
              <a:ext uri="{96DAC541-7B7A-43D3-8B79-37D633B846F1}">
                <asvg:svgBlip xmlns:asvg="http://schemas.microsoft.com/office/drawing/2016/SVG/main" r:embed="R36eab8183e3c400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3739664" y="9195941"/>
            <a:ext cx="476250" cy="476250"/>
          </a:xfrm>
          <a:prstGeom xmlns:a="http://schemas.openxmlformats.org/drawingml/2006/main" prst="rect">
            <a:avLst/>
          </a:prstGeom>
        </p:spPr>
      </p:pic>
      <p:pic>
        <p:nvPicPr>
          <p:cNvPr id="5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52887b920e4b13">
            <a:extLst>
              <a:ext uri="{96DAC541-7B7A-43D3-8B79-37D633B846F1}">
                <asvg:svgBlip xmlns:asvg="http://schemas.microsoft.com/office/drawing/2016/SVG/main" r:embed="R2fdb27ae523d4b6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5659993" y="9195941"/>
            <a:ext cx="476250" cy="476250"/>
          </a:xfrm>
          <a:prstGeom xmlns:a="http://schemas.openxmlformats.org/drawingml/2006/main" prst="rect">
            <a:avLst/>
          </a:prstGeom>
        </p:spPr>
      </p:pic>
      <p:pic>
        <p:nvPicPr>
          <p:cNvPr id="5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fb08ccdc5d41a6">
            <a:extLst>
              <a:ext uri="{96DAC541-7B7A-43D3-8B79-37D633B846F1}">
                <asvg:svgBlip xmlns:asvg="http://schemas.microsoft.com/office/drawing/2016/SVG/main" r:embed="R50a5b27f92cc4e7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7580322" y="9195941"/>
            <a:ext cx="476250" cy="476250"/>
          </a:xfrm>
          <a:prstGeom xmlns:a="http://schemas.openxmlformats.org/drawingml/2006/main" prst="rect">
            <a:avLst/>
          </a:prstGeom>
        </p:spPr>
      </p:pic>
      <p:pic>
        <p:nvPicPr>
          <p:cNvPr id="5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c1cd89e4ce4903">
            <a:extLst>
              <a:ext uri="{96DAC541-7B7A-43D3-8B79-37D633B846F1}">
                <asvg:svgBlip xmlns:asvg="http://schemas.microsoft.com/office/drawing/2016/SVG/main" r:embed="R314ecc830f024ed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9500652" y="9195941"/>
            <a:ext cx="476250" cy="476250"/>
          </a:xfrm>
          <a:prstGeom xmlns:a="http://schemas.openxmlformats.org/drawingml/2006/main" prst="rect">
            <a:avLst/>
          </a:prstGeom>
        </p:spPr>
      </p:pic>
      <p:pic>
        <p:nvPicPr>
          <p:cNvPr id="5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475a0cb4b64a65">
            <a:extLst>
              <a:ext uri="{96DAC541-7B7A-43D3-8B79-37D633B846F1}">
                <asvg:svgBlip xmlns:asvg="http://schemas.microsoft.com/office/drawing/2016/SVG/main" r:embed="Rf9eb3c8ec0254ad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27035224" y="287982"/>
            <a:ext cx="2857500" cy="720179"/>
          </a:xfrm>
          <a:prstGeom xmlns:a="http://schemas.openxmlformats.org/drawingml/2006/main" prst="rect">
            <a:avLst/>
          </a:prstGeom>
        </p:spPr>
      </p:pic>
      <p:sp>
        <p:nvSpPr>
          <p:cNvPr id="134" name="t0">
            <a:extLst xmlns:a="http://schemas.openxmlformats.org/drawingml/2006/main">
              <a:ext uri="{FF2B5EF4-FFF2-40B4-BE49-F238E27FC236}">
                <a16:creationId xmlns:a16="http://schemas.microsoft.com/office/drawing/2014/main" id="{B0D202B7-B56A-4653-863E-52844A9C3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232" y="181280"/>
            <a:ext cx="18019103" cy="972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5400" b="1" i="0">
                <a:solidFill>
                  <a:srgbClr val="082B51"/>
                </a:solidFill>
                <a:latin typeface="Noto Sans"/>
                <a:ea typeface="Noto Sans"/>
                <a:cs typeface="Noto Sans"/>
              </a:defRPr>
            </a:pPr>
            <a:r>
              <a:rPr sz="5400" b="1" i="0">
                <a:solidFill>
                  <a:srgbClr val="082B51"/>
                </a:solidFill>
                <a:latin typeface="Noto Sans"/>
                <a:ea typeface="Noto Sans"/>
                <a:cs typeface="Noto Sans"/>
              </a:rPr>
              <a:t>Building Legal RAG: what each component contributes</a:t>
            </a:r>
          </a:p>
        </p:txBody>
      </p:sp>
      <p:sp>
        <p:nvSpPr>
          <p:cNvPr id="135" name="t1">
            <a:extLst xmlns:a="http://schemas.openxmlformats.org/drawingml/2006/main">
              <a:ext uri="{FF2B5EF4-FFF2-40B4-BE49-F238E27FC236}">
                <a16:creationId xmlns:a16="http://schemas.microsoft.com/office/drawing/2014/main" id="{D36E13B3-63FE-4730-89A8-CAF48A21F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332" y="1416082"/>
            <a:ext cx="2675470" cy="46478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800" b="1" i="0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800" b="1" i="0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rPr>
              <a:t>1. Research Context</a:t>
            </a:r>
          </a:p>
        </p:txBody>
      </p:sp>
      <p:sp>
        <p:nvSpPr>
          <p:cNvPr id="136" name="t2">
            <a:extLst xmlns:a="http://schemas.openxmlformats.org/drawingml/2006/main">
              <a:ext uri="{FF2B5EF4-FFF2-40B4-BE49-F238E27FC236}">
                <a16:creationId xmlns:a16="http://schemas.microsoft.com/office/drawing/2014/main" id="{A79C98C1-0B14-4C3D-B352-6E4AF0A1B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907" y="1990725"/>
            <a:ext cx="7702160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RAG grounds language-model answers in external documents, but legal QA</a:t>
            </a:r>
          </a:p>
        </p:txBody>
      </p:sp>
      <p:sp>
        <p:nvSpPr>
          <p:cNvPr id="137" name="t3">
            <a:extLst xmlns:a="http://schemas.openxmlformats.org/drawingml/2006/main">
              <a:ext uri="{FF2B5EF4-FFF2-40B4-BE49-F238E27FC236}">
                <a16:creationId xmlns:a16="http://schemas.microsoft.com/office/drawing/2014/main" id="{475B88B3-DAB4-4872-A3B3-610D1C9D7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907" y="2314575"/>
            <a:ext cx="7540616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requires a pipeline to satisfy two goals at once: retrieve enough relevant</a:t>
            </a:r>
          </a:p>
        </p:txBody>
      </p:sp>
      <p:sp>
        <p:nvSpPr>
          <p:cNvPr id="138" name="t4">
            <a:extLst xmlns:a="http://schemas.openxmlformats.org/drawingml/2006/main">
              <a:ext uri="{FF2B5EF4-FFF2-40B4-BE49-F238E27FC236}">
                <a16:creationId xmlns:a16="http://schemas.microsoft.com/office/drawing/2014/main" id="{13D90B0A-742F-485C-8624-A1C70423B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907" y="2628900"/>
            <a:ext cx="7843588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evidence to produce a correct answer, while keeping source-page citations</a:t>
            </a:r>
          </a:p>
        </p:txBody>
      </p:sp>
      <p:sp>
        <p:nvSpPr>
          <p:cNvPr id="139" name="t5">
            <a:extLst xmlns:a="http://schemas.openxmlformats.org/drawingml/2006/main">
              <a:ext uri="{FF2B5EF4-FFF2-40B4-BE49-F238E27FC236}">
                <a16:creationId xmlns:a16="http://schemas.microsoft.com/office/drawing/2014/main" id="{B3D4C420-2FBD-4644-85B9-68E45C40A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907" y="2952750"/>
            <a:ext cx="7353773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precise and complete. This is challenging because legal PDFs may lack</a:t>
            </a:r>
          </a:p>
        </p:txBody>
      </p:sp>
      <p:sp>
        <p:nvSpPr>
          <p:cNvPr id="140" name="t6">
            <a:extLst xmlns:a="http://schemas.openxmlformats.org/drawingml/2006/main">
              <a:ext uri="{FF2B5EF4-FFF2-40B4-BE49-F238E27FC236}">
                <a16:creationId xmlns:a16="http://schemas.microsoft.com/office/drawing/2014/main" id="{D90A8C14-61EB-47E7-AD93-736476154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907" y="3276600"/>
            <a:ext cx="7899671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machine-readable text, evidence can appear at different textual scales, and</a:t>
            </a:r>
          </a:p>
        </p:txBody>
      </p:sp>
      <p:sp>
        <p:nvSpPr>
          <p:cNvPr id="141" name="t7">
            <a:extLst xmlns:a="http://schemas.openxmlformats.org/drawingml/2006/main">
              <a:ext uri="{FF2B5EF4-FFF2-40B4-BE49-F238E27FC236}">
                <a16:creationId xmlns:a16="http://schemas.microsoft.com/office/drawing/2014/main" id="{2C760A73-5556-49CE-AEB0-B84187E73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907" y="3590925"/>
            <a:ext cx="8112422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questions may depend on either exact legal references or semantic similarity.</a:t>
            </a:r>
          </a:p>
        </p:txBody>
      </p:sp>
      <p:sp>
        <p:nvSpPr>
          <p:cNvPr id="142" name="t8">
            <a:extLst xmlns:a="http://schemas.openxmlformats.org/drawingml/2006/main">
              <a:ext uri="{FF2B5EF4-FFF2-40B4-BE49-F238E27FC236}">
                <a16:creationId xmlns:a16="http://schemas.microsoft.com/office/drawing/2014/main" id="{1A9F97A3-D936-4CE8-B0AC-2F5F6F008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907" y="3914775"/>
            <a:ext cx="7136147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Moreover, retrieving more evidence can improve coverage while also</a:t>
            </a:r>
          </a:p>
        </p:txBody>
      </p:sp>
      <p:sp>
        <p:nvSpPr>
          <p:cNvPr id="143" name="t9">
            <a:extLst xmlns:a="http://schemas.openxmlformats.org/drawingml/2006/main">
              <a:ext uri="{FF2B5EF4-FFF2-40B4-BE49-F238E27FC236}">
                <a16:creationId xmlns:a16="http://schemas.microsoft.com/office/drawing/2014/main" id="{1BA39B0C-7186-4D0F-9A38-62D6A95C0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907" y="4229100"/>
            <a:ext cx="8222759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introducing irrelevant source pages. We therefore examine how design choices</a:t>
            </a:r>
          </a:p>
        </p:txBody>
      </p:sp>
      <p:sp>
        <p:nvSpPr>
          <p:cNvPr id="144" name="t10">
            <a:extLst xmlns:a="http://schemas.openxmlformats.org/drawingml/2006/main">
              <a:ext uri="{FF2B5EF4-FFF2-40B4-BE49-F238E27FC236}">
                <a16:creationId xmlns:a16="http://schemas.microsoft.com/office/drawing/2014/main" id="{4B3B4F97-D2D5-4128-943A-A64B40597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907" y="4552950"/>
            <a:ext cx="8080722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in document processing, retrieval, and attribution can improve answer quality</a:t>
            </a:r>
          </a:p>
        </p:txBody>
      </p:sp>
      <p:sp>
        <p:nvSpPr>
          <p:cNvPr id="145" name="t11">
            <a:extLst xmlns:a="http://schemas.openxmlformats.org/drawingml/2006/main">
              <a:ext uri="{FF2B5EF4-FFF2-40B4-BE49-F238E27FC236}">
                <a16:creationId xmlns:a16="http://schemas.microsoft.com/office/drawing/2014/main" id="{B468B388-04A8-4AB1-B6C9-5FF15A78F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907" y="4876800"/>
            <a:ext cx="3669953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without sacrificing citation quality.</a:t>
            </a:r>
          </a:p>
        </p:txBody>
      </p:sp>
      <p:sp>
        <p:nvSpPr>
          <p:cNvPr id="146" name="t12">
            <a:extLst xmlns:a="http://schemas.openxmlformats.org/drawingml/2006/main">
              <a:ext uri="{FF2B5EF4-FFF2-40B4-BE49-F238E27FC236}">
                <a16:creationId xmlns:a16="http://schemas.microsoft.com/office/drawing/2014/main" id="{7C4B9782-6FD1-4590-88A5-985E5C037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332" y="5645182"/>
            <a:ext cx="3739702" cy="46478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800" b="1" i="0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800" b="1" i="0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rPr>
              <a:t>2. Prior Work &amp; Study Focus</a:t>
            </a:r>
          </a:p>
        </p:txBody>
      </p:sp>
      <p:sp>
        <p:nvSpPr>
          <p:cNvPr id="147" name="t13">
            <a:extLst xmlns:a="http://schemas.openxmlformats.org/drawingml/2006/main">
              <a:ext uri="{FF2B5EF4-FFF2-40B4-BE49-F238E27FC236}">
                <a16:creationId xmlns:a16="http://schemas.microsoft.com/office/drawing/2014/main" id="{F8265EF2-701D-4457-9E32-854AC82D7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907" y="6229350"/>
            <a:ext cx="8114250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Retrieval-augmented generation (RAG) conditions language-model answers on</a:t>
            </a:r>
          </a:p>
        </p:txBody>
      </p:sp>
      <p:sp>
        <p:nvSpPr>
          <p:cNvPr id="148" name="t14">
            <a:extLst xmlns:a="http://schemas.openxmlformats.org/drawingml/2006/main">
              <a:ext uri="{FF2B5EF4-FFF2-40B4-BE49-F238E27FC236}">
                <a16:creationId xmlns:a16="http://schemas.microsoft.com/office/drawing/2014/main" id="{5F8FAB5B-668E-4FC8-BEB8-60137767D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907" y="6543675"/>
            <a:ext cx="8115775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retrieved documents [1]. Legal retrieval must balance precision and coverage:</a:t>
            </a:r>
          </a:p>
        </p:txBody>
      </p:sp>
      <p:sp>
        <p:nvSpPr>
          <p:cNvPr id="149" name="t15">
            <a:extLst xmlns:a="http://schemas.openxmlformats.org/drawingml/2006/main">
              <a:ext uri="{FF2B5EF4-FFF2-40B4-BE49-F238E27FC236}">
                <a16:creationId xmlns:a16="http://schemas.microsoft.com/office/drawing/2014/main" id="{1A5046C2-30A0-4A6F-AF78-EF6E0F73C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907" y="6867525"/>
            <a:ext cx="7829872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LegalBench-RAG targets minimal relevant passages [2], while regulatory QA</a:t>
            </a:r>
          </a:p>
        </p:txBody>
      </p:sp>
      <p:sp>
        <p:nvSpPr>
          <p:cNvPr id="150" name="t16">
            <a:extLst xmlns:a="http://schemas.openxmlformats.org/drawingml/2006/main">
              <a:ext uri="{FF2B5EF4-FFF2-40B4-BE49-F238E27FC236}">
                <a16:creationId xmlns:a16="http://schemas.microsoft.com/office/drawing/2014/main" id="{AE8558BC-5F00-475F-A989-DAED87F30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907" y="7181850"/>
            <a:ext cx="7977699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studies show that retrieving all supporting evidence becomes harder when it</a:t>
            </a:r>
          </a:p>
        </p:txBody>
      </p:sp>
      <p:sp>
        <p:nvSpPr>
          <p:cNvPr id="151" name="t17">
            <a:extLst xmlns:a="http://schemas.openxmlformats.org/drawingml/2006/main">
              <a:ext uri="{FF2B5EF4-FFF2-40B4-BE49-F238E27FC236}">
                <a16:creationId xmlns:a16="http://schemas.microsoft.com/office/drawing/2014/main" id="{F50674DA-3E77-43CB-93EE-DB3646921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907" y="7505700"/>
            <a:ext cx="8300482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spans multiple passages [3]. In an end-to-end legal benchmark, retrieval-model</a:t>
            </a:r>
          </a:p>
        </p:txBody>
      </p:sp>
      <p:sp>
        <p:nvSpPr>
          <p:cNvPr id="152" name="t18">
            <a:extLst xmlns:a="http://schemas.openxmlformats.org/drawingml/2006/main">
              <a:ext uri="{FF2B5EF4-FFF2-40B4-BE49-F238E27FC236}">
                <a16:creationId xmlns:a16="http://schemas.microsoft.com/office/drawing/2014/main" id="{6E64719F-B2C6-4E11-84A7-D8035F808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907" y="7829550"/>
            <a:ext cx="7917350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choice had a larger effect on answer correctness than generator choice [4].</a:t>
            </a:r>
          </a:p>
        </p:txBody>
      </p:sp>
      <p:sp>
        <p:nvSpPr>
          <p:cNvPr id="153" name="t19">
            <a:extLst xmlns:a="http://schemas.openxmlformats.org/drawingml/2006/main">
              <a:ext uri="{FF2B5EF4-FFF2-40B4-BE49-F238E27FC236}">
                <a16:creationId xmlns:a16="http://schemas.microsoft.com/office/drawing/2014/main" id="{7CA405F9-3E3F-43B0-A155-F64BD9529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907" y="8239125"/>
            <a:ext cx="7609501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Evaluation also extends beyond correctness. Legal QA research examines</a:t>
            </a:r>
          </a:p>
        </p:txBody>
      </p:sp>
      <p:sp>
        <p:nvSpPr>
          <p:cNvPr id="154" name="t20">
            <a:extLst xmlns:a="http://schemas.openxmlformats.org/drawingml/2006/main">
              <a:ext uri="{FF2B5EF4-FFF2-40B4-BE49-F238E27FC236}">
                <a16:creationId xmlns:a16="http://schemas.microsoft.com/office/drawing/2014/main" id="{F714D6CD-B084-4824-89FE-D48619D4B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907" y="8562975"/>
            <a:ext cx="7409551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whether answers are supported by the supplied context [5], while ALCE</a:t>
            </a:r>
          </a:p>
        </p:txBody>
      </p:sp>
      <p:sp>
        <p:nvSpPr>
          <p:cNvPr id="155" name="t21">
            <a:extLst xmlns:a="http://schemas.openxmlformats.org/drawingml/2006/main">
              <a:ext uri="{FF2B5EF4-FFF2-40B4-BE49-F238E27FC236}">
                <a16:creationId xmlns:a16="http://schemas.microsoft.com/office/drawing/2014/main" id="{7C937447-027F-4955-A3CA-313259ADE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907" y="8877300"/>
            <a:ext cx="7798173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evaluates answer correctness and citation quality separately [6]. Together,</a:t>
            </a:r>
          </a:p>
        </p:txBody>
      </p:sp>
      <p:sp>
        <p:nvSpPr>
          <p:cNvPr id="156" name="t22">
            <a:extLst xmlns:a="http://schemas.openxmlformats.org/drawingml/2006/main">
              <a:ext uri="{FF2B5EF4-FFF2-40B4-BE49-F238E27FC236}">
                <a16:creationId xmlns:a16="http://schemas.microsoft.com/office/drawing/2014/main" id="{9FBBD06E-2E60-48DB-9A7A-11FF85C9B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907" y="9201150"/>
            <a:ext cx="8182831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these studies motivate evaluating both the evidence available to the generator</a:t>
            </a:r>
          </a:p>
        </p:txBody>
      </p:sp>
      <p:sp>
        <p:nvSpPr>
          <p:cNvPr id="157" name="t23">
            <a:extLst xmlns:a="http://schemas.openxmlformats.org/drawingml/2006/main">
              <a:ext uri="{FF2B5EF4-FFF2-40B4-BE49-F238E27FC236}">
                <a16:creationId xmlns:a16="http://schemas.microsoft.com/office/drawing/2014/main" id="{EA0530D2-0516-4359-AC7E-A1C14B4CE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907" y="9515475"/>
            <a:ext cx="3440742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and the sources ultimately cited.</a:t>
            </a:r>
          </a:p>
        </p:txBody>
      </p:sp>
      <p:sp>
        <p:nvSpPr>
          <p:cNvPr id="158" name="t24">
            <a:extLst xmlns:a="http://schemas.openxmlformats.org/drawingml/2006/main">
              <a:ext uri="{FF2B5EF4-FFF2-40B4-BE49-F238E27FC236}">
                <a16:creationId xmlns:a16="http://schemas.microsoft.com/office/drawing/2014/main" id="{069E449C-6E60-4F04-B3B1-365B5EAA0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907" y="9934575"/>
            <a:ext cx="8024333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Our study complements these approaches by holding the generator fixed and</a:t>
            </a:r>
          </a:p>
        </p:txBody>
      </p:sp>
      <p:sp>
        <p:nvSpPr>
          <p:cNvPr id="159" name="t25">
            <a:extLst xmlns:a="http://schemas.openxmlformats.org/drawingml/2006/main">
              <a:ext uri="{FF2B5EF4-FFF2-40B4-BE49-F238E27FC236}">
                <a16:creationId xmlns:a16="http://schemas.microsoft.com/office/drawing/2014/main" id="{5E842A89-A4A9-4485-9B46-522EDAAFF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907" y="10258425"/>
            <a:ext cx="8165456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examining a broader sequence of pipeline choices, from document processing</a:t>
            </a:r>
          </a:p>
        </p:txBody>
      </p:sp>
      <p:sp>
        <p:nvSpPr>
          <p:cNvPr id="160" name="t26">
            <a:extLst xmlns:a="http://schemas.openxmlformats.org/drawingml/2006/main">
              <a:ext uri="{FF2B5EF4-FFF2-40B4-BE49-F238E27FC236}">
                <a16:creationId xmlns:a16="http://schemas.microsoft.com/office/drawing/2014/main" id="{AC34A827-E283-4C8A-839C-8EA14D0E5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907" y="10572750"/>
            <a:ext cx="2405030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to final page selection.</a:t>
            </a:r>
          </a:p>
        </p:txBody>
      </p:sp>
      <p:sp>
        <p:nvSpPr>
          <p:cNvPr id="161" name="t27">
            <a:extLst xmlns:a="http://schemas.openxmlformats.org/drawingml/2006/main">
              <a:ext uri="{FF2B5EF4-FFF2-40B4-BE49-F238E27FC236}">
                <a16:creationId xmlns:a16="http://schemas.microsoft.com/office/drawing/2014/main" id="{60E0CED5-819A-44C9-B858-F2C37A63F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332" y="11350657"/>
            <a:ext cx="2850391" cy="46478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800" b="1" i="0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800" b="1" i="0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rPr>
              <a:t>3. Research question</a:t>
            </a:r>
          </a:p>
        </p:txBody>
      </p:sp>
      <p:sp>
        <p:nvSpPr>
          <p:cNvPr id="162" name="t28">
            <a:extLst xmlns:a="http://schemas.openxmlformats.org/drawingml/2006/main">
              <a:ext uri="{FF2B5EF4-FFF2-40B4-BE49-F238E27FC236}">
                <a16:creationId xmlns:a16="http://schemas.microsoft.com/office/drawing/2014/main" id="{E46AA8D0-567B-4A75-864C-262B4B347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515" y="11960257"/>
            <a:ext cx="7674998" cy="4190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500" b="1" i="0">
                <a:solidFill>
                  <a:srgbClr val="082F56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500" b="1" i="0">
                <a:solidFill>
                  <a:srgbClr val="082F56"/>
                </a:solidFill>
                <a:latin typeface="Barlow Condensed"/>
                <a:ea typeface="Barlow Condensed"/>
                <a:cs typeface="Barlow Condensed"/>
              </a:rPr>
              <a:t>With the answer generator fixed, which pipeline additions improve</a:t>
            </a:r>
          </a:p>
        </p:txBody>
      </p:sp>
      <p:sp>
        <p:nvSpPr>
          <p:cNvPr id="163" name="t29">
            <a:extLst xmlns:a="http://schemas.openxmlformats.org/drawingml/2006/main">
              <a:ext uri="{FF2B5EF4-FFF2-40B4-BE49-F238E27FC236}">
                <a16:creationId xmlns:a16="http://schemas.microsoft.com/office/drawing/2014/main" id="{119B179D-7619-4B4F-B912-0BBBEADDD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380" y="12312682"/>
            <a:ext cx="8123238" cy="4190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500" b="1" i="0">
                <a:solidFill>
                  <a:srgbClr val="082F56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500" b="1" i="0">
                <a:solidFill>
                  <a:srgbClr val="082F56"/>
                </a:solidFill>
                <a:latin typeface="Barlow Condensed"/>
                <a:ea typeface="Barlow Condensed"/>
                <a:cs typeface="Barlow Condensed"/>
              </a:rPr>
              <a:t>answer quality and page-level citation precision and recall, and where</a:t>
            </a:r>
          </a:p>
        </p:txBody>
      </p:sp>
      <p:sp>
        <p:nvSpPr>
          <p:cNvPr id="164" name="t30">
            <a:extLst xmlns:a="http://schemas.openxmlformats.org/drawingml/2006/main">
              <a:ext uri="{FF2B5EF4-FFF2-40B4-BE49-F238E27FC236}">
                <a16:creationId xmlns:a16="http://schemas.microsoft.com/office/drawing/2014/main" id="{D09C6DEA-1582-4E27-923C-F3D187186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4593" y="12665107"/>
            <a:ext cx="3376730" cy="4190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500" b="1" i="0">
                <a:solidFill>
                  <a:srgbClr val="082F56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500" b="1" i="0">
                <a:solidFill>
                  <a:srgbClr val="082F56"/>
                </a:solidFill>
                <a:latin typeface="Barlow Condensed"/>
                <a:ea typeface="Barlow Condensed"/>
                <a:cs typeface="Barlow Condensed"/>
              </a:rPr>
              <a:t>do these objectives conflict?</a:t>
            </a:r>
          </a:p>
        </p:txBody>
      </p:sp>
      <p:sp>
        <p:nvSpPr>
          <p:cNvPr id="165" name="t31">
            <a:extLst xmlns:a="http://schemas.openxmlformats.org/drawingml/2006/main">
              <a:ext uri="{FF2B5EF4-FFF2-40B4-BE49-F238E27FC236}">
                <a16:creationId xmlns:a16="http://schemas.microsoft.com/office/drawing/2014/main" id="{DC74E600-C910-49DA-8DD6-FE6A0C062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332" y="13484256"/>
            <a:ext cx="2575948" cy="46478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800" b="1" i="0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800" b="1" i="0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rPr>
              <a:t>4. Our Contribution</a:t>
            </a:r>
          </a:p>
        </p:txBody>
      </p:sp>
      <p:sp>
        <p:nvSpPr>
          <p:cNvPr id="166" name="t32">
            <a:extLst xmlns:a="http://schemas.openxmlformats.org/drawingml/2006/main">
              <a:ext uri="{FF2B5EF4-FFF2-40B4-BE49-F238E27FC236}">
                <a16:creationId xmlns:a16="http://schemas.microsoft.com/office/drawing/2014/main" id="{CC8A23BE-0F3A-4455-8DEA-02118F812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907" y="14068425"/>
            <a:ext cx="7914301" cy="40386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We build a Legal RAG pipeline and provide an empirical comparison of seven</a:t>
            </a:r>
          </a:p>
        </p:txBody>
      </p:sp>
      <p:sp>
        <p:nvSpPr>
          <p:cNvPr id="167" name="t33">
            <a:extLst xmlns:a="http://schemas.openxmlformats.org/drawingml/2006/main">
              <a:ext uri="{FF2B5EF4-FFF2-40B4-BE49-F238E27FC236}">
                <a16:creationId xmlns:a16="http://schemas.microsoft.com/office/drawing/2014/main" id="{3351B2FC-7295-4516-9361-5E850D704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907" y="14382750"/>
            <a:ext cx="7678689" cy="40386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cumulative configurations on 30 documents and 100 questions. By adding</a:t>
            </a:r>
          </a:p>
        </p:txBody>
      </p:sp>
      <p:sp>
        <p:nvSpPr>
          <p:cNvPr id="168" name="t34">
            <a:extLst xmlns:a="http://schemas.openxmlformats.org/drawingml/2006/main">
              <a:ext uri="{FF2B5EF4-FFF2-40B4-BE49-F238E27FC236}">
                <a16:creationId xmlns:a16="http://schemas.microsoft.com/office/drawing/2014/main" id="{A5F2B84E-A27A-4442-A018-6FDEC1387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907" y="14706600"/>
            <a:ext cx="8343155" cy="40386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components sequentially while keeping the answer generator fixed, we measure</a:t>
            </a:r>
          </a:p>
        </p:txBody>
      </p:sp>
      <p:sp>
        <p:nvSpPr>
          <p:cNvPr id="169" name="t35">
            <a:extLst xmlns:a="http://schemas.openxmlformats.org/drawingml/2006/main">
              <a:ext uri="{FF2B5EF4-FFF2-40B4-BE49-F238E27FC236}">
                <a16:creationId xmlns:a16="http://schemas.microsoft.com/office/drawing/2014/main" id="{0502E592-8630-47F4-AC52-DCEB53756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907" y="15020925"/>
            <a:ext cx="8021897" cy="40386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changes in answer quality and page-level citation precision and recall across</a:t>
            </a:r>
          </a:p>
        </p:txBody>
      </p:sp>
      <p:sp>
        <p:nvSpPr>
          <p:cNvPr id="170" name="t36">
            <a:extLst xmlns:a="http://schemas.openxmlformats.org/drawingml/2006/main">
              <a:ext uri="{FF2B5EF4-FFF2-40B4-BE49-F238E27FC236}">
                <a16:creationId xmlns:a16="http://schemas.microsoft.com/office/drawing/2014/main" id="{2B42BFC9-3F61-4067-BE38-D57ACF24F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907" y="15344775"/>
            <a:ext cx="7943562" cy="40386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stages of document processing, retrieval, reranking, answer processing, and</a:t>
            </a:r>
          </a:p>
        </p:txBody>
      </p:sp>
      <p:sp>
        <p:nvSpPr>
          <p:cNvPr id="171" name="t37">
            <a:extLst xmlns:a="http://schemas.openxmlformats.org/drawingml/2006/main">
              <a:ext uri="{FF2B5EF4-FFF2-40B4-BE49-F238E27FC236}">
                <a16:creationId xmlns:a16="http://schemas.microsoft.com/office/drawing/2014/main" id="{863FF7E3-EEF8-4544-AD9F-EF6806617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907" y="15668625"/>
            <a:ext cx="1904852" cy="40386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citation selection.</a:t>
            </a:r>
          </a:p>
        </p:txBody>
      </p:sp>
      <p:sp>
        <p:nvSpPr>
          <p:cNvPr id="172" name="t38">
            <a:extLst xmlns:a="http://schemas.openxmlformats.org/drawingml/2006/main">
              <a:ext uri="{FF2B5EF4-FFF2-40B4-BE49-F238E27FC236}">
                <a16:creationId xmlns:a16="http://schemas.microsoft.com/office/drawing/2014/main" id="{59896453-E23B-4C4D-A246-8C0ABB382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332" y="16437006"/>
            <a:ext cx="1872909" cy="46478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800" b="1" i="0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800" b="1" i="0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rPr>
              <a:t>5. Hypothesis</a:t>
            </a:r>
          </a:p>
        </p:txBody>
      </p:sp>
      <p:sp>
        <p:nvSpPr>
          <p:cNvPr id="173" name="t39">
            <a:extLst xmlns:a="http://schemas.openxmlformats.org/drawingml/2006/main">
              <a:ext uri="{FF2B5EF4-FFF2-40B4-BE49-F238E27FC236}">
                <a16:creationId xmlns:a16="http://schemas.microsoft.com/office/drawing/2014/main" id="{65B0DDDD-9FA3-42D9-A7C9-B2DCF35ED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332" y="17046606"/>
            <a:ext cx="1642498" cy="4190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500" b="1" i="0">
                <a:solidFill>
                  <a:srgbClr val="073C64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500" b="1" i="0">
                <a:solidFill>
                  <a:srgbClr val="073C64"/>
                </a:solidFill>
                <a:latin typeface="Barlow Condensed"/>
                <a:ea typeface="Barlow Condensed"/>
                <a:cs typeface="Barlow Condensed"/>
              </a:rPr>
              <a:t>H1 — Retrieval</a:t>
            </a:r>
          </a:p>
        </p:txBody>
      </p:sp>
      <p:sp>
        <p:nvSpPr>
          <p:cNvPr id="174" name="t40">
            <a:extLst xmlns:a="http://schemas.openxmlformats.org/drawingml/2006/main">
              <a:ext uri="{FF2B5EF4-FFF2-40B4-BE49-F238E27FC236}">
                <a16:creationId xmlns:a16="http://schemas.microsoft.com/office/drawing/2014/main" id="{C064A681-107A-4C6C-98AA-1E3A02F49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332" y="17440275"/>
            <a:ext cx="7549455" cy="40386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Combining multiple text granularities, semantic and lexical retrieval, and</a:t>
            </a:r>
          </a:p>
        </p:txBody>
      </p:sp>
      <p:sp>
        <p:nvSpPr>
          <p:cNvPr id="175" name="t41">
            <a:extLst xmlns:a="http://schemas.openxmlformats.org/drawingml/2006/main">
              <a:ext uri="{FF2B5EF4-FFF2-40B4-BE49-F238E27FC236}">
                <a16:creationId xmlns:a16="http://schemas.microsoft.com/office/drawing/2014/main" id="{1F25BBC9-BFB4-48BF-B26D-ED8F1AFDD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332" y="17754600"/>
            <a:ext cx="7347372" cy="40386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relevance reranking will improve answer quality and evidence retrieval</a:t>
            </a:r>
          </a:p>
        </p:txBody>
      </p:sp>
      <p:sp>
        <p:nvSpPr>
          <p:cNvPr id="176" name="t42">
            <a:extLst xmlns:a="http://schemas.openxmlformats.org/drawingml/2006/main">
              <a:ext uri="{FF2B5EF4-FFF2-40B4-BE49-F238E27FC236}">
                <a16:creationId xmlns:a16="http://schemas.microsoft.com/office/drawing/2014/main" id="{E1953FAB-B56E-4BFE-B7A1-A49C2C086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332" y="18078450"/>
            <a:ext cx="5494184" cy="40386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compared with a simple semantic-retrieval baseline.</a:t>
            </a:r>
          </a:p>
        </p:txBody>
      </p:sp>
      <p:sp>
        <p:nvSpPr>
          <p:cNvPr id="177" name="t43">
            <a:extLst xmlns:a="http://schemas.openxmlformats.org/drawingml/2006/main">
              <a:ext uri="{FF2B5EF4-FFF2-40B4-BE49-F238E27FC236}">
                <a16:creationId xmlns:a16="http://schemas.microsoft.com/office/drawing/2014/main" id="{3B80B77B-DD7C-480A-AF00-04F987A44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332" y="18646806"/>
            <a:ext cx="4674148" cy="4190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500" b="1" i="0">
                <a:solidFill>
                  <a:srgbClr val="073C64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500" b="1" i="0">
                <a:solidFill>
                  <a:srgbClr val="073C64"/>
                </a:solidFill>
                <a:latin typeface="Barlow Condensed"/>
                <a:ea typeface="Barlow Condensed"/>
                <a:cs typeface="Barlow Condensed"/>
              </a:rPr>
              <a:t>H2 — Robustness to scanned documents</a:t>
            </a:r>
          </a:p>
        </p:txBody>
      </p:sp>
      <p:sp>
        <p:nvSpPr>
          <p:cNvPr id="178" name="t44">
            <a:extLst xmlns:a="http://schemas.openxmlformats.org/drawingml/2006/main">
              <a:ext uri="{FF2B5EF4-FFF2-40B4-BE49-F238E27FC236}">
                <a16:creationId xmlns:a16="http://schemas.microsoft.com/office/drawing/2014/main" id="{AB75C040-1032-454D-934B-C0A908AF2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332" y="19040475"/>
            <a:ext cx="7978308" cy="40386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Recovering text from scan-like legal documents will reduce the performance</a:t>
            </a:r>
          </a:p>
        </p:txBody>
      </p:sp>
      <p:sp>
        <p:nvSpPr>
          <p:cNvPr id="179" name="t45">
            <a:extLst xmlns:a="http://schemas.openxmlformats.org/drawingml/2006/main">
              <a:ext uri="{FF2B5EF4-FFF2-40B4-BE49-F238E27FC236}">
                <a16:creationId xmlns:a16="http://schemas.microsoft.com/office/drawing/2014/main" id="{2C8FD679-E4BD-4A69-8CA0-F23773F15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332" y="19364325"/>
            <a:ext cx="6381154" cy="40386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loss caused by the absence of a machine-readable text layer.</a:t>
            </a:r>
          </a:p>
        </p:txBody>
      </p:sp>
      <p:sp>
        <p:nvSpPr>
          <p:cNvPr id="180" name="t46">
            <a:extLst xmlns:a="http://schemas.openxmlformats.org/drawingml/2006/main">
              <a:ext uri="{FF2B5EF4-FFF2-40B4-BE49-F238E27FC236}">
                <a16:creationId xmlns:a16="http://schemas.microsoft.com/office/drawing/2014/main" id="{10D96FF2-CBFC-4E5E-83DC-0DD545258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332" y="19942206"/>
            <a:ext cx="2847542" cy="4190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500" b="1" i="0">
                <a:solidFill>
                  <a:srgbClr val="073C64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500" b="1" i="0">
                <a:solidFill>
                  <a:srgbClr val="073C64"/>
                </a:solidFill>
                <a:latin typeface="Barlow Condensed"/>
                <a:ea typeface="Barlow Condensed"/>
                <a:cs typeface="Barlow Condensed"/>
              </a:rPr>
              <a:t>H3 — Citation attribution</a:t>
            </a:r>
          </a:p>
        </p:txBody>
      </p:sp>
      <p:sp>
        <p:nvSpPr>
          <p:cNvPr id="181" name="t47">
            <a:extLst xmlns:a="http://schemas.openxmlformats.org/drawingml/2006/main">
              <a:ext uri="{FF2B5EF4-FFF2-40B4-BE49-F238E27FC236}">
                <a16:creationId xmlns:a16="http://schemas.microsoft.com/office/drawing/2014/main" id="{CBCC085B-D88D-4105-9072-7FAF752F3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332" y="20335875"/>
            <a:ext cx="7994464" cy="40386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Selecting source pages after answer generation will produce a more focused</a:t>
            </a:r>
          </a:p>
        </p:txBody>
      </p:sp>
      <p:sp>
        <p:nvSpPr>
          <p:cNvPr id="182" name="t48">
            <a:extLst xmlns:a="http://schemas.openxmlformats.org/drawingml/2006/main">
              <a:ext uri="{FF2B5EF4-FFF2-40B4-BE49-F238E27FC236}">
                <a16:creationId xmlns:a16="http://schemas.microsoft.com/office/drawing/2014/main" id="{9601E6DB-3DDA-4C7B-B303-F3D95A8E4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332" y="20650200"/>
            <a:ext cx="8041708" cy="40386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citation set without substantially reducing the coverage of relevant evidence.</a:t>
            </a:r>
          </a:p>
        </p:txBody>
      </p:sp>
      <p:sp>
        <p:nvSpPr>
          <p:cNvPr id="183" name="t49">
            <a:extLst xmlns:a="http://schemas.openxmlformats.org/drawingml/2006/main">
              <a:ext uri="{FF2B5EF4-FFF2-40B4-BE49-F238E27FC236}">
                <a16:creationId xmlns:a16="http://schemas.microsoft.com/office/drawing/2014/main" id="{D0375A4E-FACA-4A5A-9346-E3AF9C03D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5764" y="1416082"/>
            <a:ext cx="2737383" cy="46478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800" b="1" i="0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800" b="1" i="0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rPr>
              <a:t>6. Data and Methods</a:t>
            </a:r>
          </a:p>
        </p:txBody>
      </p:sp>
      <p:sp>
        <p:nvSpPr>
          <p:cNvPr id="184" name="t50">
            <a:extLst xmlns:a="http://schemas.openxmlformats.org/drawingml/2006/main">
              <a:ext uri="{FF2B5EF4-FFF2-40B4-BE49-F238E27FC236}">
                <a16:creationId xmlns:a16="http://schemas.microsoft.com/office/drawing/2014/main" id="{FAC561CF-B0FB-48A3-AC4B-0B6666F83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4339" y="1997107"/>
            <a:ext cx="583807" cy="4190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500" b="1" i="0">
                <a:solidFill>
                  <a:srgbClr val="073C64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500" b="1" i="0">
                <a:solidFill>
                  <a:srgbClr val="073C64"/>
                </a:solidFill>
                <a:latin typeface="Barlow Condensed"/>
                <a:ea typeface="Barlow Condensed"/>
                <a:cs typeface="Barlow Condensed"/>
              </a:rPr>
              <a:t>Data</a:t>
            </a:r>
          </a:p>
        </p:txBody>
      </p:sp>
      <p:sp>
        <p:nvSpPr>
          <p:cNvPr id="185" name="t51">
            <a:extLst xmlns:a="http://schemas.openxmlformats.org/drawingml/2006/main">
              <a:ext uri="{FF2B5EF4-FFF2-40B4-BE49-F238E27FC236}">
                <a16:creationId xmlns:a16="http://schemas.microsoft.com/office/drawing/2014/main" id="{19D55564-87D0-4D0D-B9F2-0DC80CDF5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4339" y="2390775"/>
            <a:ext cx="10985773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30 DIFC legal PDFs (590 pages), 100 questions, including 70 structured-answer and 30 free-text questions.</a:t>
            </a:r>
          </a:p>
        </p:txBody>
      </p:sp>
      <p:sp>
        <p:nvSpPr>
          <p:cNvPr id="186" name="t52">
            <a:extLst xmlns:a="http://schemas.openxmlformats.org/drawingml/2006/main">
              <a:ext uri="{FF2B5EF4-FFF2-40B4-BE49-F238E27FC236}">
                <a16:creationId xmlns:a16="http://schemas.microsoft.com/office/drawing/2014/main" id="{7F96ECD4-92D8-496C-99A7-7FB64226F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4339" y="2714625"/>
            <a:ext cx="11300637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Reference source pages are available for 95 questions. For the scan-robustness test, 10 of the 30 documents</a:t>
            </a:r>
          </a:p>
        </p:txBody>
      </p:sp>
      <p:sp>
        <p:nvSpPr>
          <p:cNvPr id="187" name="t53">
            <a:extLst xmlns:a="http://schemas.openxmlformats.org/drawingml/2006/main">
              <a:ext uri="{FF2B5EF4-FFF2-40B4-BE49-F238E27FC236}">
                <a16:creationId xmlns:a16="http://schemas.microsoft.com/office/drawing/2014/main" id="{B2CBE438-6F6F-4C3A-903D-EC60A1EB1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4339" y="3028950"/>
            <a:ext cx="10905617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(107 pages) were converted into synthetic scans: each page was rasterised as an image and its machine-</a:t>
            </a:r>
          </a:p>
        </p:txBody>
      </p:sp>
      <p:sp>
        <p:nvSpPr>
          <p:cNvPr id="188" name="t54">
            <a:extLst xmlns:a="http://schemas.openxmlformats.org/drawingml/2006/main">
              <a:ext uri="{FF2B5EF4-FFF2-40B4-BE49-F238E27FC236}">
                <a16:creationId xmlns:a16="http://schemas.microsoft.com/office/drawing/2014/main" id="{2D0580F7-8CFA-442B-8482-AB615CA5B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4339" y="3352800"/>
            <a:ext cx="3466955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readable text layer was removed.</a:t>
            </a:r>
          </a:p>
        </p:txBody>
      </p:sp>
      <p:sp>
        <p:nvSpPr>
          <p:cNvPr id="189" name="t55">
            <a:extLst xmlns:a="http://schemas.openxmlformats.org/drawingml/2006/main">
              <a:ext uri="{FF2B5EF4-FFF2-40B4-BE49-F238E27FC236}">
                <a16:creationId xmlns:a16="http://schemas.microsoft.com/office/drawing/2014/main" id="{182E3217-0E3F-458B-BAB7-3A6D32AEE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4339" y="3797332"/>
            <a:ext cx="971096" cy="4190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500" b="1" i="0">
                <a:solidFill>
                  <a:srgbClr val="073C64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500" b="1" i="0">
                <a:solidFill>
                  <a:srgbClr val="073C64"/>
                </a:solidFill>
                <a:latin typeface="Barlow Condensed"/>
                <a:ea typeface="Barlow Condensed"/>
                <a:cs typeface="Barlow Condensed"/>
              </a:rPr>
              <a:t>Pipeline</a:t>
            </a:r>
          </a:p>
        </p:txBody>
      </p:sp>
      <p:sp>
        <p:nvSpPr>
          <p:cNvPr id="190" name="t56">
            <a:extLst xmlns:a="http://schemas.openxmlformats.org/drawingml/2006/main">
              <a:ext uri="{FF2B5EF4-FFF2-40B4-BE49-F238E27FC236}">
                <a16:creationId xmlns:a16="http://schemas.microsoft.com/office/drawing/2014/main" id="{8CE0DE5F-FE8E-49F3-AFD4-B7B699A48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4339" y="4191000"/>
            <a:ext cx="11306125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Starting from a simple baseline, we add one capability at a time. Each variant includes all previous additions.</a:t>
            </a:r>
          </a:p>
        </p:txBody>
      </p:sp>
      <p:sp>
        <p:nvSpPr>
          <p:cNvPr id="191" name="t57">
            <a:extLst xmlns:a="http://schemas.openxmlformats.org/drawingml/2006/main">
              <a:ext uri="{FF2B5EF4-FFF2-40B4-BE49-F238E27FC236}">
                <a16:creationId xmlns:a16="http://schemas.microsoft.com/office/drawing/2014/main" id="{48AF505F-4FA7-4ACD-B05D-2748CA3BF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4334" y="6207157"/>
            <a:ext cx="2423255" cy="3733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00" b="1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200" b="1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DOCUMENT PROCESSING</a:t>
            </a:r>
          </a:p>
        </p:txBody>
      </p:sp>
      <p:sp>
        <p:nvSpPr>
          <p:cNvPr id="192" name="t58">
            <a:extLst xmlns:a="http://schemas.openxmlformats.org/drawingml/2006/main">
              <a:ext uri="{FF2B5EF4-FFF2-40B4-BE49-F238E27FC236}">
                <a16:creationId xmlns:a16="http://schemas.microsoft.com/office/drawing/2014/main" id="{3813118F-3B1E-42B1-8670-3976402F4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01949" y="6207157"/>
            <a:ext cx="1129023" cy="3733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00" b="1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200" b="1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RETRIEVAL</a:t>
            </a:r>
          </a:p>
        </p:txBody>
      </p:sp>
      <p:sp>
        <p:nvSpPr>
          <p:cNvPr id="193" name="t59">
            <a:extLst xmlns:a="http://schemas.openxmlformats.org/drawingml/2006/main">
              <a:ext uri="{FF2B5EF4-FFF2-40B4-BE49-F238E27FC236}">
                <a16:creationId xmlns:a16="http://schemas.microsoft.com/office/drawing/2014/main" id="{890984A0-F2DC-423D-8C9C-7D2055D6B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27004" y="6207157"/>
            <a:ext cx="1239926" cy="3733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00" b="1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200" b="1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ANSWERING</a:t>
            </a:r>
          </a:p>
        </p:txBody>
      </p:sp>
      <p:sp>
        <p:nvSpPr>
          <p:cNvPr id="194" name="t60">
            <a:extLst xmlns:a="http://schemas.openxmlformats.org/drawingml/2006/main">
              <a:ext uri="{FF2B5EF4-FFF2-40B4-BE49-F238E27FC236}">
                <a16:creationId xmlns:a16="http://schemas.microsoft.com/office/drawing/2014/main" id="{167E595D-DAA9-4ACA-9FE1-54D469B48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27701" y="6207157"/>
            <a:ext cx="1079297" cy="3733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00" b="1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200" b="1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CITATIONS</a:t>
            </a:r>
          </a:p>
        </p:txBody>
      </p:sp>
      <p:sp>
        <p:nvSpPr>
          <p:cNvPr id="195" name="t61">
            <a:extLst xmlns:a="http://schemas.openxmlformats.org/drawingml/2006/main">
              <a:ext uri="{FF2B5EF4-FFF2-40B4-BE49-F238E27FC236}">
                <a16:creationId xmlns:a16="http://schemas.microsoft.com/office/drawing/2014/main" id="{735880B0-EE68-4D57-B3A6-C0627F09C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4339" y="11430000"/>
            <a:ext cx="2213617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1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1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Answer generation:</a:t>
            </a:r>
          </a:p>
        </p:txBody>
      </p:sp>
      <p:sp>
        <p:nvSpPr>
          <p:cNvPr id="196" name="t62">
            <a:extLst xmlns:a="http://schemas.openxmlformats.org/drawingml/2006/main">
              <a:ext uri="{FF2B5EF4-FFF2-40B4-BE49-F238E27FC236}">
                <a16:creationId xmlns:a16="http://schemas.microsoft.com/office/drawing/2014/main" id="{DC8E9DF1-3A83-40CA-8C74-5B517C159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0858" y="11430000"/>
            <a:ext cx="9059436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 A fixed GPT-5.4-mini configuration is used across variants, so changes in performance</a:t>
            </a:r>
          </a:p>
        </p:txBody>
      </p:sp>
      <p:sp>
        <p:nvSpPr>
          <p:cNvPr id="197" name="t63">
            <a:extLst xmlns:a="http://schemas.openxmlformats.org/drawingml/2006/main">
              <a:ext uri="{FF2B5EF4-FFF2-40B4-BE49-F238E27FC236}">
                <a16:creationId xmlns:a16="http://schemas.microsoft.com/office/drawing/2014/main" id="{66F24A82-61B3-422A-A735-669F04E79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4339" y="11744325"/>
            <a:ext cx="9677578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reflect modifications to the surrounding pipeline rather than a change of the generating LLM.</a:t>
            </a:r>
          </a:p>
        </p:txBody>
      </p:sp>
      <p:sp>
        <p:nvSpPr>
          <p:cNvPr id="198" name="t64">
            <a:extLst xmlns:a="http://schemas.openxmlformats.org/drawingml/2006/main">
              <a:ext uri="{FF2B5EF4-FFF2-40B4-BE49-F238E27FC236}">
                <a16:creationId xmlns:a16="http://schemas.microsoft.com/office/drawing/2014/main" id="{CABBC855-954C-43D6-AC83-3B9F5C8BE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5764" y="12369832"/>
            <a:ext cx="1773403" cy="46478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800" b="1" i="0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800" b="1" i="0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rPr>
              <a:t>7. Evaluation</a:t>
            </a:r>
          </a:p>
        </p:txBody>
      </p:sp>
      <p:sp>
        <p:nvSpPr>
          <p:cNvPr id="199" name="t65">
            <a:extLst xmlns:a="http://schemas.openxmlformats.org/drawingml/2006/main">
              <a:ext uri="{FF2B5EF4-FFF2-40B4-BE49-F238E27FC236}">
                <a16:creationId xmlns:a16="http://schemas.microsoft.com/office/drawing/2014/main" id="{94394B6D-8A60-44AA-BF7C-692B41BC4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4339" y="12944475"/>
            <a:ext cx="10940968" cy="40386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A correct answer does not necessarily imply good citations. A system may produce the right answer while</a:t>
            </a:r>
          </a:p>
        </p:txBody>
      </p:sp>
      <p:sp>
        <p:nvSpPr>
          <p:cNvPr id="200" name="t66">
            <a:extLst xmlns:a="http://schemas.openxmlformats.org/drawingml/2006/main">
              <a:ext uri="{FF2B5EF4-FFF2-40B4-BE49-F238E27FC236}">
                <a16:creationId xmlns:a16="http://schemas.microsoft.com/office/drawing/2014/main" id="{0AEB5926-E026-4856-97DD-FF653195F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4339" y="13268325"/>
            <a:ext cx="11210111" cy="40386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citing irrelevant pages, or it may cite only part of the evidence required to support the answer. We therefore</a:t>
            </a:r>
          </a:p>
        </p:txBody>
      </p:sp>
      <p:sp>
        <p:nvSpPr>
          <p:cNvPr id="201" name="t67">
            <a:extLst xmlns:a="http://schemas.openxmlformats.org/drawingml/2006/main">
              <a:ext uri="{FF2B5EF4-FFF2-40B4-BE49-F238E27FC236}">
                <a16:creationId xmlns:a16="http://schemas.microsoft.com/office/drawing/2014/main" id="{C36F1629-AD6D-4590-AD35-CC249BDE9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4339" y="13582650"/>
            <a:ext cx="5756317" cy="40386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evaluate answer quality and citation quality separately.</a:t>
            </a:r>
          </a:p>
        </p:txBody>
      </p:sp>
      <p:sp>
        <p:nvSpPr>
          <p:cNvPr id="202" name="t68">
            <a:extLst xmlns:a="http://schemas.openxmlformats.org/drawingml/2006/main">
              <a:ext uri="{FF2B5EF4-FFF2-40B4-BE49-F238E27FC236}">
                <a16:creationId xmlns:a16="http://schemas.microsoft.com/office/drawing/2014/main" id="{48E785CE-1278-40A7-9F90-C6EB42D6D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9589" y="14112906"/>
            <a:ext cx="1758371" cy="4190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500" b="1" i="0">
                <a:solidFill>
                  <a:srgbClr val="073C64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500" b="1" i="0">
                <a:solidFill>
                  <a:srgbClr val="073C64"/>
                </a:solidFill>
                <a:latin typeface="Barlow Condensed"/>
                <a:ea typeface="Barlow Condensed"/>
                <a:cs typeface="Barlow Condensed"/>
              </a:rPr>
              <a:t>Answer quality</a:t>
            </a:r>
          </a:p>
        </p:txBody>
      </p:sp>
      <p:sp>
        <p:nvSpPr>
          <p:cNvPr id="203" name="t69">
            <a:extLst xmlns:a="http://schemas.openxmlformats.org/drawingml/2006/main">
              <a:ext uri="{FF2B5EF4-FFF2-40B4-BE49-F238E27FC236}">
                <a16:creationId xmlns:a16="http://schemas.microsoft.com/office/drawing/2014/main" id="{2E12F8AE-9763-4570-8444-A2D06385D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4349" y="14525625"/>
            <a:ext cx="3570284" cy="40386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 i="1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0" i="1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Is the generated answer correct?</a:t>
            </a:r>
          </a:p>
        </p:txBody>
      </p:sp>
      <p:sp>
        <p:nvSpPr>
          <p:cNvPr id="204" name="t70">
            <a:extLst xmlns:a="http://schemas.openxmlformats.org/drawingml/2006/main">
              <a:ext uri="{FF2B5EF4-FFF2-40B4-BE49-F238E27FC236}">
                <a16:creationId xmlns:a16="http://schemas.microsoft.com/office/drawing/2014/main" id="{A4ED3962-37D3-4613-93F2-706ABF16B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9589" y="14944725"/>
            <a:ext cx="2869243" cy="40386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1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1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Q = 0.7 × structured score</a:t>
            </a:r>
          </a:p>
        </p:txBody>
      </p:sp>
      <p:sp>
        <p:nvSpPr>
          <p:cNvPr id="205" name="t71">
            <a:extLst xmlns:a="http://schemas.openxmlformats.org/drawingml/2006/main">
              <a:ext uri="{FF2B5EF4-FFF2-40B4-BE49-F238E27FC236}">
                <a16:creationId xmlns:a16="http://schemas.microsoft.com/office/drawing/2014/main" id="{9E5F5A46-C2BD-4319-9E94-4DB70DC82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9589" y="15259050"/>
            <a:ext cx="2515367" cy="40386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1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1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+ 0.3 × free-text score</a:t>
            </a:r>
          </a:p>
        </p:txBody>
      </p:sp>
      <p:sp>
        <p:nvSpPr>
          <p:cNvPr id="206" name="t72">
            <a:extLst xmlns:a="http://schemas.openxmlformats.org/drawingml/2006/main">
              <a:ext uri="{FF2B5EF4-FFF2-40B4-BE49-F238E27FC236}">
                <a16:creationId xmlns:a16="http://schemas.microsoft.com/office/drawing/2014/main" id="{C322048A-D82E-4FDE-85BB-9A9D562A1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63848" y="14112906"/>
            <a:ext cx="2086614" cy="4190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500" b="1" i="0">
                <a:solidFill>
                  <a:srgbClr val="073C64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500" b="1" i="0">
                <a:solidFill>
                  <a:srgbClr val="073C64"/>
                </a:solidFill>
                <a:latin typeface="Barlow Condensed"/>
                <a:ea typeface="Barlow Condensed"/>
                <a:cs typeface="Barlow Condensed"/>
              </a:rPr>
              <a:t>Citation precision</a:t>
            </a:r>
          </a:p>
        </p:txBody>
      </p:sp>
      <p:sp>
        <p:nvSpPr>
          <p:cNvPr id="207" name="t73">
            <a:extLst xmlns:a="http://schemas.openxmlformats.org/drawingml/2006/main">
              <a:ext uri="{FF2B5EF4-FFF2-40B4-BE49-F238E27FC236}">
                <a16:creationId xmlns:a16="http://schemas.microsoft.com/office/drawing/2014/main" id="{819FBFB7-FEB9-44D5-AF98-0F9522A09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8608" y="14525625"/>
            <a:ext cx="3010367" cy="40386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 i="1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0" i="1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Are the cited pages actually</a:t>
            </a:r>
          </a:p>
        </p:txBody>
      </p:sp>
      <p:sp>
        <p:nvSpPr>
          <p:cNvPr id="208" name="t74">
            <a:extLst xmlns:a="http://schemas.openxmlformats.org/drawingml/2006/main">
              <a:ext uri="{FF2B5EF4-FFF2-40B4-BE49-F238E27FC236}">
                <a16:creationId xmlns:a16="http://schemas.microsoft.com/office/drawing/2014/main" id="{0D8664EC-40BE-4E93-9388-39C71CCFB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8608" y="14849475"/>
            <a:ext cx="1100787" cy="40386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 i="1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0" i="1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relevant?</a:t>
            </a:r>
          </a:p>
        </p:txBody>
      </p:sp>
      <p:sp>
        <p:nvSpPr>
          <p:cNvPr id="209" name="t75">
            <a:extLst xmlns:a="http://schemas.openxmlformats.org/drawingml/2006/main">
              <a:ext uri="{FF2B5EF4-FFF2-40B4-BE49-F238E27FC236}">
                <a16:creationId xmlns:a16="http://schemas.microsoft.com/office/drawing/2014/main" id="{40D7B268-946B-4DF0-9EA1-C36989E68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63848" y="15259050"/>
            <a:ext cx="3525481" cy="40386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Share of cited pages that support</a:t>
            </a:r>
          </a:p>
        </p:txBody>
      </p:sp>
      <p:sp>
        <p:nvSpPr>
          <p:cNvPr id="210" name="t76">
            <a:extLst xmlns:a="http://schemas.openxmlformats.org/drawingml/2006/main">
              <a:ext uri="{FF2B5EF4-FFF2-40B4-BE49-F238E27FC236}">
                <a16:creationId xmlns:a16="http://schemas.microsoft.com/office/drawing/2014/main" id="{60DF114D-5489-4074-81DC-777D47FA0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63848" y="15582900"/>
            <a:ext cx="1256847" cy="40386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the answer.</a:t>
            </a:r>
          </a:p>
        </p:txBody>
      </p:sp>
      <p:sp>
        <p:nvSpPr>
          <p:cNvPr id="211" name="t77">
            <a:extLst xmlns:a="http://schemas.openxmlformats.org/drawingml/2006/main">
              <a:ext uri="{FF2B5EF4-FFF2-40B4-BE49-F238E27FC236}">
                <a16:creationId xmlns:a16="http://schemas.microsoft.com/office/drawing/2014/main" id="{C1D02AB5-A234-4505-A0F3-8664F5843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98107" y="14112906"/>
            <a:ext cx="1666625" cy="4190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500" b="1" i="0">
                <a:solidFill>
                  <a:srgbClr val="073C64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500" b="1" i="0">
                <a:solidFill>
                  <a:srgbClr val="073C64"/>
                </a:solidFill>
                <a:latin typeface="Barlow Condensed"/>
                <a:ea typeface="Barlow Condensed"/>
                <a:cs typeface="Barlow Condensed"/>
              </a:rPr>
              <a:t>Citation recall</a:t>
            </a:r>
          </a:p>
        </p:txBody>
      </p:sp>
      <p:sp>
        <p:nvSpPr>
          <p:cNvPr id="212" name="t78">
            <a:extLst xmlns:a="http://schemas.openxmlformats.org/drawingml/2006/main">
              <a:ext uri="{FF2B5EF4-FFF2-40B4-BE49-F238E27FC236}">
                <a16:creationId xmlns:a16="http://schemas.microsoft.com/office/drawing/2014/main" id="{440081F8-0920-4869-BDB4-411247657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82867" y="14525625"/>
            <a:ext cx="3363936" cy="40386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 i="1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0" i="1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Did the system cite all required</a:t>
            </a:r>
          </a:p>
        </p:txBody>
      </p:sp>
      <p:sp>
        <p:nvSpPr>
          <p:cNvPr id="213" name="t79">
            <a:extLst xmlns:a="http://schemas.openxmlformats.org/drawingml/2006/main">
              <a:ext uri="{FF2B5EF4-FFF2-40B4-BE49-F238E27FC236}">
                <a16:creationId xmlns:a16="http://schemas.microsoft.com/office/drawing/2014/main" id="{0A3638F2-2920-4737-84B0-64CEE2F8D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82867" y="14849475"/>
            <a:ext cx="1191312" cy="40386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 i="1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0" i="1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evidence?</a:t>
            </a:r>
          </a:p>
        </p:txBody>
      </p:sp>
      <p:sp>
        <p:nvSpPr>
          <p:cNvPr id="214" name="t80">
            <a:extLst xmlns:a="http://schemas.openxmlformats.org/drawingml/2006/main">
              <a:ext uri="{FF2B5EF4-FFF2-40B4-BE49-F238E27FC236}">
                <a16:creationId xmlns:a16="http://schemas.microsoft.com/office/drawing/2014/main" id="{040DF4D9-01CE-4BA3-B451-2F7FA1EDC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98107" y="15259050"/>
            <a:ext cx="3216714" cy="40386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Share of annotated supporting</a:t>
            </a:r>
          </a:p>
        </p:txBody>
      </p:sp>
      <p:sp>
        <p:nvSpPr>
          <p:cNvPr id="215" name="t81">
            <a:extLst xmlns:a="http://schemas.openxmlformats.org/drawingml/2006/main">
              <a:ext uri="{FF2B5EF4-FFF2-40B4-BE49-F238E27FC236}">
                <a16:creationId xmlns:a16="http://schemas.microsoft.com/office/drawing/2014/main" id="{F3991236-2E93-4E0D-BF74-E536A9AB4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98107" y="15582900"/>
            <a:ext cx="2358399" cy="40386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pages that were cited.</a:t>
            </a:r>
          </a:p>
        </p:txBody>
      </p:sp>
      <p:sp>
        <p:nvSpPr>
          <p:cNvPr id="216" name="t82">
            <a:extLst xmlns:a="http://schemas.openxmlformats.org/drawingml/2006/main">
              <a:ext uri="{FF2B5EF4-FFF2-40B4-BE49-F238E27FC236}">
                <a16:creationId xmlns:a16="http://schemas.microsoft.com/office/drawing/2014/main" id="{23EAA222-C778-41C8-ADF6-DBCEA7B55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5764" y="16313181"/>
            <a:ext cx="1395476" cy="46478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800" b="1" i="0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800" b="1" i="0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rPr>
              <a:t>8. Results</a:t>
            </a:r>
          </a:p>
        </p:txBody>
      </p:sp>
      <p:sp>
        <p:nvSpPr>
          <p:cNvPr id="217" name="t83">
            <a:extLst xmlns:a="http://schemas.openxmlformats.org/drawingml/2006/main">
              <a:ext uri="{FF2B5EF4-FFF2-40B4-BE49-F238E27FC236}">
                <a16:creationId xmlns:a16="http://schemas.microsoft.com/office/drawing/2014/main" id="{2578612D-F638-4DE3-8DB2-95B026D59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10" y="16937850"/>
            <a:ext cx="2620425" cy="4658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806" b="1" i="0">
                <a:solidFill>
                  <a:srgbClr val="13304C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806" b="1" i="0">
                <a:solidFill>
                  <a:srgbClr val="13304C"/>
                </a:solidFill>
                <a:latin typeface="Barlow Condensed"/>
                <a:ea typeface="Barlow Condensed"/>
                <a:cs typeface="Barlow Condensed"/>
              </a:rPr>
              <a:t>Answer quality Q, %</a:t>
            </a:r>
          </a:p>
        </p:txBody>
      </p:sp>
      <p:sp>
        <p:nvSpPr>
          <p:cNvPr id="218" name="t84">
            <a:extLst xmlns:a="http://schemas.openxmlformats.org/drawingml/2006/main">
              <a:ext uri="{FF2B5EF4-FFF2-40B4-BE49-F238E27FC236}">
                <a16:creationId xmlns:a16="http://schemas.microsoft.com/office/drawing/2014/main" id="{7C1D2222-A3BD-4BF0-B9E0-1F9381026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10" y="17424922"/>
            <a:ext cx="1386836" cy="3803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45" b="0" i="0">
                <a:solidFill>
                  <a:srgbClr val="516578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245" b="0" i="0">
                <a:solidFill>
                  <a:srgbClr val="516578"/>
                </a:solidFill>
                <a:latin typeface="Barlow Condensed"/>
                <a:ea typeface="Barlow Condensed"/>
                <a:cs typeface="Barlow Condensed"/>
              </a:rPr>
              <a:t>100 questions</a:t>
            </a:r>
          </a:p>
        </p:txBody>
      </p:sp>
      <p:sp>
        <p:nvSpPr>
          <p:cNvPr id="219" name="t85">
            <a:extLst xmlns:a="http://schemas.openxmlformats.org/drawingml/2006/main">
              <a:ext uri="{FF2B5EF4-FFF2-40B4-BE49-F238E27FC236}">
                <a16:creationId xmlns:a16="http://schemas.microsoft.com/office/drawing/2014/main" id="{F2F84D70-59FD-4A1B-B52B-924D9F17C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1531" y="20033135"/>
            <a:ext cx="183769" cy="3803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45" b="0" i="0">
                <a:solidFill>
                  <a:srgbClr val="516578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245" b="0" i="0">
                <a:solidFill>
                  <a:srgbClr val="516578"/>
                </a:solidFill>
                <a:latin typeface="Barlow Condensed"/>
                <a:ea typeface="Barlow Condensed"/>
                <a:cs typeface="Barlow Condensed"/>
              </a:rPr>
              <a:t>0</a:t>
            </a:r>
          </a:p>
        </p:txBody>
      </p:sp>
      <p:sp>
        <p:nvSpPr>
          <p:cNvPr id="220" name="t86">
            <a:extLst xmlns:a="http://schemas.openxmlformats.org/drawingml/2006/main">
              <a:ext uri="{FF2B5EF4-FFF2-40B4-BE49-F238E27FC236}">
                <a16:creationId xmlns:a16="http://schemas.microsoft.com/office/drawing/2014/main" id="{AE5144D3-7AF3-49D6-8E06-DBC72A2E8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4850" y="18979730"/>
            <a:ext cx="300398" cy="3803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45" b="0" i="0">
                <a:solidFill>
                  <a:srgbClr val="516578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245" b="0" i="0">
                <a:solidFill>
                  <a:srgbClr val="516578"/>
                </a:solidFill>
                <a:latin typeface="Barlow Condensed"/>
                <a:ea typeface="Barlow Condensed"/>
                <a:cs typeface="Barlow Condensed"/>
              </a:rPr>
              <a:t>50</a:t>
            </a:r>
          </a:p>
        </p:txBody>
      </p:sp>
      <p:sp>
        <p:nvSpPr>
          <p:cNvPr id="221" name="t87">
            <a:extLst xmlns:a="http://schemas.openxmlformats.org/drawingml/2006/main">
              <a:ext uri="{FF2B5EF4-FFF2-40B4-BE49-F238E27FC236}">
                <a16:creationId xmlns:a16="http://schemas.microsoft.com/office/drawing/2014/main" id="{77513D09-13CF-4F5B-99E1-4B8445A6F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1953" y="17926324"/>
            <a:ext cx="383377" cy="3803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45" b="0" i="0">
                <a:solidFill>
                  <a:srgbClr val="516578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245" b="0" i="0">
                <a:solidFill>
                  <a:srgbClr val="516578"/>
                </a:solidFill>
                <a:latin typeface="Barlow Condensed"/>
                <a:ea typeface="Barlow Condensed"/>
                <a:cs typeface="Barlow Condensed"/>
              </a:rPr>
              <a:t>100</a:t>
            </a:r>
          </a:p>
        </p:txBody>
      </p:sp>
      <p:sp>
        <p:nvSpPr>
          <p:cNvPr id="222" name="t88">
            <a:extLst xmlns:a="http://schemas.openxmlformats.org/drawingml/2006/main">
              <a:ext uri="{FF2B5EF4-FFF2-40B4-BE49-F238E27FC236}">
                <a16:creationId xmlns:a16="http://schemas.microsoft.com/office/drawing/2014/main" id="{0E561F1B-DDDC-4CD3-B0CE-462AA91AB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9745" y="19328529"/>
            <a:ext cx="527789" cy="394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39" b="1" i="0">
                <a:solidFill>
                  <a:srgbClr val="13304C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339" b="1" i="0">
                <a:solidFill>
                  <a:srgbClr val="13304C"/>
                </a:solidFill>
                <a:latin typeface="Barlow Condensed"/>
                <a:ea typeface="Barlow Condensed"/>
                <a:cs typeface="Barlow Condensed"/>
              </a:rPr>
              <a:t>46.2</a:t>
            </a:r>
          </a:p>
        </p:txBody>
      </p:sp>
      <p:sp>
        <p:nvSpPr>
          <p:cNvPr id="223" name="t89">
            <a:extLst xmlns:a="http://schemas.openxmlformats.org/drawingml/2006/main">
              <a:ext uri="{FF2B5EF4-FFF2-40B4-BE49-F238E27FC236}">
                <a16:creationId xmlns:a16="http://schemas.microsoft.com/office/drawing/2014/main" id="{52470322-A1BF-49AE-AC5D-557BFF7CB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8539" y="20470392"/>
            <a:ext cx="310093" cy="3803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45" b="0" i="0">
                <a:solidFill>
                  <a:srgbClr val="516578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245" b="0" i="0">
                <a:solidFill>
                  <a:srgbClr val="516578"/>
                </a:solidFill>
                <a:latin typeface="Barlow Condensed"/>
                <a:ea typeface="Barlow Condensed"/>
                <a:cs typeface="Barlow Condensed"/>
              </a:rPr>
              <a:t>R0</a:t>
            </a:r>
          </a:p>
        </p:txBody>
      </p:sp>
      <p:sp>
        <p:nvSpPr>
          <p:cNvPr id="224" name="t90">
            <a:extLst xmlns:a="http://schemas.openxmlformats.org/drawingml/2006/main">
              <a:ext uri="{FF2B5EF4-FFF2-40B4-BE49-F238E27FC236}">
                <a16:creationId xmlns:a16="http://schemas.microsoft.com/office/drawing/2014/main" id="{209802DF-D827-4927-981F-7C576C29B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75910" y="18411896"/>
            <a:ext cx="513537" cy="394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39" b="1" i="0">
                <a:solidFill>
                  <a:srgbClr val="13304C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339" b="1" i="0">
                <a:solidFill>
                  <a:srgbClr val="13304C"/>
                </a:solidFill>
                <a:latin typeface="Barlow Condensed"/>
                <a:ea typeface="Barlow Condensed"/>
                <a:cs typeface="Barlow Condensed"/>
              </a:rPr>
              <a:t>63.2</a:t>
            </a:r>
          </a:p>
        </p:txBody>
      </p:sp>
      <p:sp>
        <p:nvSpPr>
          <p:cNvPr id="225" name="t91">
            <a:extLst xmlns:a="http://schemas.openxmlformats.org/drawingml/2006/main">
              <a:ext uri="{FF2B5EF4-FFF2-40B4-BE49-F238E27FC236}">
                <a16:creationId xmlns:a16="http://schemas.microsoft.com/office/drawing/2014/main" id="{16F2D3BF-5470-4AAE-98B7-193A02D4E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4348" y="20470392"/>
            <a:ext cx="256479" cy="3803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45" b="0" i="0">
                <a:solidFill>
                  <a:srgbClr val="516578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245" b="0" i="0">
                <a:solidFill>
                  <a:srgbClr val="516578"/>
                </a:solidFill>
                <a:latin typeface="Barlow Condensed"/>
                <a:ea typeface="Barlow Condensed"/>
                <a:cs typeface="Barlow Condensed"/>
              </a:rPr>
              <a:t>R1</a:t>
            </a:r>
          </a:p>
        </p:txBody>
      </p:sp>
      <p:sp>
        <p:nvSpPr>
          <p:cNvPr id="226" name="t92">
            <a:extLst xmlns:a="http://schemas.openxmlformats.org/drawingml/2006/main">
              <a:ext uri="{FF2B5EF4-FFF2-40B4-BE49-F238E27FC236}">
                <a16:creationId xmlns:a16="http://schemas.microsoft.com/office/drawing/2014/main" id="{4E3FB0DB-FD92-4FE8-AEA0-066D0A051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68233" y="19218098"/>
            <a:ext cx="526899" cy="394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39" b="1" i="0">
                <a:solidFill>
                  <a:srgbClr val="13304C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339" b="1" i="0">
                <a:solidFill>
                  <a:srgbClr val="13304C"/>
                </a:solidFill>
                <a:latin typeface="Barlow Condensed"/>
                <a:ea typeface="Barlow Condensed"/>
                <a:cs typeface="Barlow Condensed"/>
              </a:rPr>
              <a:t>49.8</a:t>
            </a:r>
          </a:p>
        </p:txBody>
      </p:sp>
      <p:sp>
        <p:nvSpPr>
          <p:cNvPr id="227" name="t93">
            <a:extLst xmlns:a="http://schemas.openxmlformats.org/drawingml/2006/main">
              <a:ext uri="{FF2B5EF4-FFF2-40B4-BE49-F238E27FC236}">
                <a16:creationId xmlns:a16="http://schemas.microsoft.com/office/drawing/2014/main" id="{691086BA-18B8-4581-AF57-1EBDFFA6D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682" y="20470392"/>
            <a:ext cx="298115" cy="3803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45" b="0" i="0">
                <a:solidFill>
                  <a:srgbClr val="516578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245" b="0" i="0">
                <a:solidFill>
                  <a:srgbClr val="516578"/>
                </a:solidFill>
                <a:latin typeface="Barlow Condensed"/>
                <a:ea typeface="Barlow Condensed"/>
                <a:cs typeface="Barlow Condensed"/>
              </a:rPr>
              <a:t>R2</a:t>
            </a:r>
          </a:p>
        </p:txBody>
      </p:sp>
      <p:sp>
        <p:nvSpPr>
          <p:cNvPr id="228" name="t94">
            <a:extLst xmlns:a="http://schemas.openxmlformats.org/drawingml/2006/main">
              <a:ext uri="{FF2B5EF4-FFF2-40B4-BE49-F238E27FC236}">
                <a16:creationId xmlns:a16="http://schemas.microsoft.com/office/drawing/2014/main" id="{73C1FAFC-AFE0-44A2-9F70-742BDFD9D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1570" y="18171539"/>
            <a:ext cx="518585" cy="394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39" b="1" i="0">
                <a:solidFill>
                  <a:srgbClr val="13304C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339" b="1" i="0">
                <a:solidFill>
                  <a:srgbClr val="13304C"/>
                </a:solidFill>
                <a:latin typeface="Barlow Condensed"/>
                <a:ea typeface="Barlow Condensed"/>
                <a:cs typeface="Barlow Condensed"/>
              </a:rPr>
              <a:t>74.6</a:t>
            </a:r>
          </a:p>
        </p:txBody>
      </p:sp>
      <p:sp>
        <p:nvSpPr>
          <p:cNvPr id="229" name="t95">
            <a:extLst xmlns:a="http://schemas.openxmlformats.org/drawingml/2006/main">
              <a:ext uri="{FF2B5EF4-FFF2-40B4-BE49-F238E27FC236}">
                <a16:creationId xmlns:a16="http://schemas.microsoft.com/office/drawing/2014/main" id="{137CBB74-5700-496D-936C-853742BDB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0959" y="20470392"/>
            <a:ext cx="299826" cy="3803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45" b="0" i="0">
                <a:solidFill>
                  <a:srgbClr val="516578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245" b="0" i="0">
                <a:solidFill>
                  <a:srgbClr val="516578"/>
                </a:solidFill>
                <a:latin typeface="Barlow Condensed"/>
                <a:ea typeface="Barlow Condensed"/>
                <a:cs typeface="Barlow Condensed"/>
              </a:rPr>
              <a:t>R3</a:t>
            </a:r>
          </a:p>
        </p:txBody>
      </p:sp>
      <p:sp>
        <p:nvSpPr>
          <p:cNvPr id="230" name="t96">
            <a:extLst xmlns:a="http://schemas.openxmlformats.org/drawingml/2006/main">
              <a:ext uri="{FF2B5EF4-FFF2-40B4-BE49-F238E27FC236}">
                <a16:creationId xmlns:a16="http://schemas.microsoft.com/office/drawing/2014/main" id="{9EE392CB-A012-4295-A725-526F7314A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9131" y="17965114"/>
            <a:ext cx="541450" cy="394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39" b="1" i="0">
                <a:solidFill>
                  <a:srgbClr val="13304C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339" b="1" i="0">
                <a:solidFill>
                  <a:srgbClr val="13304C"/>
                </a:solidFill>
                <a:latin typeface="Barlow Condensed"/>
                <a:ea typeface="Barlow Condensed"/>
                <a:cs typeface="Barlow Condensed"/>
              </a:rPr>
              <a:t>84.4</a:t>
            </a:r>
          </a:p>
        </p:txBody>
      </p:sp>
      <p:sp>
        <p:nvSpPr>
          <p:cNvPr id="231" name="t97">
            <a:extLst xmlns:a="http://schemas.openxmlformats.org/drawingml/2006/main">
              <a:ext uri="{FF2B5EF4-FFF2-40B4-BE49-F238E27FC236}">
                <a16:creationId xmlns:a16="http://schemas.microsoft.com/office/drawing/2014/main" id="{8CCC603D-DCA7-4F0B-8F68-E4EEA2BC2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78937" y="20470392"/>
            <a:ext cx="301823" cy="3803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45" b="0" i="0">
                <a:solidFill>
                  <a:srgbClr val="516578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245" b="0" i="0">
                <a:solidFill>
                  <a:srgbClr val="516578"/>
                </a:solidFill>
                <a:latin typeface="Barlow Condensed"/>
                <a:ea typeface="Barlow Condensed"/>
                <a:cs typeface="Barlow Condensed"/>
              </a:rPr>
              <a:t>R4</a:t>
            </a:r>
          </a:p>
        </p:txBody>
      </p:sp>
      <p:sp>
        <p:nvSpPr>
          <p:cNvPr id="232" name="t98">
            <a:extLst xmlns:a="http://schemas.openxmlformats.org/drawingml/2006/main">
              <a:ext uri="{FF2B5EF4-FFF2-40B4-BE49-F238E27FC236}">
                <a16:creationId xmlns:a16="http://schemas.microsoft.com/office/drawing/2014/main" id="{36DD77CE-9F20-4496-AE2C-0683B050E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58300" y="18523666"/>
            <a:ext cx="541450" cy="394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39" b="1" i="0">
                <a:solidFill>
                  <a:srgbClr val="13304C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339" b="1" i="0">
                <a:solidFill>
                  <a:srgbClr val="13304C"/>
                </a:solidFill>
                <a:latin typeface="Barlow Condensed"/>
                <a:ea typeface="Barlow Condensed"/>
                <a:cs typeface="Barlow Condensed"/>
              </a:rPr>
              <a:t>84.4</a:t>
            </a:r>
          </a:p>
        </p:txBody>
      </p:sp>
      <p:sp>
        <p:nvSpPr>
          <p:cNvPr id="233" name="t99">
            <a:extLst xmlns:a="http://schemas.openxmlformats.org/drawingml/2006/main">
              <a:ext uri="{FF2B5EF4-FFF2-40B4-BE49-F238E27FC236}">
                <a16:creationId xmlns:a16="http://schemas.microsoft.com/office/drawing/2014/main" id="{45BB43A7-BFC6-4E39-9F0C-185A13171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8851" y="20470392"/>
            <a:ext cx="300111" cy="3803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45" b="0" i="0">
                <a:solidFill>
                  <a:srgbClr val="516578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245" b="0" i="0">
                <a:solidFill>
                  <a:srgbClr val="516578"/>
                </a:solidFill>
                <a:latin typeface="Barlow Condensed"/>
                <a:ea typeface="Barlow Condensed"/>
                <a:cs typeface="Barlow Condensed"/>
              </a:rPr>
              <a:t>R5</a:t>
            </a:r>
          </a:p>
        </p:txBody>
      </p:sp>
      <p:sp>
        <p:nvSpPr>
          <p:cNvPr id="234" name="t100">
            <a:extLst xmlns:a="http://schemas.openxmlformats.org/drawingml/2006/main">
              <a:ext uri="{FF2B5EF4-FFF2-40B4-BE49-F238E27FC236}">
                <a16:creationId xmlns:a16="http://schemas.microsoft.com/office/drawing/2014/main" id="{699972EF-A5E6-4011-963E-80F859EE2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7321" y="17965114"/>
            <a:ext cx="541450" cy="394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39" b="1" i="0">
                <a:solidFill>
                  <a:srgbClr val="13304C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339" b="1" i="0">
                <a:solidFill>
                  <a:srgbClr val="13304C"/>
                </a:solidFill>
                <a:latin typeface="Barlow Condensed"/>
                <a:ea typeface="Barlow Condensed"/>
                <a:cs typeface="Barlow Condensed"/>
              </a:rPr>
              <a:t>84.4</a:t>
            </a:r>
          </a:p>
        </p:txBody>
      </p:sp>
      <p:sp>
        <p:nvSpPr>
          <p:cNvPr id="235" name="t101">
            <a:extLst xmlns:a="http://schemas.openxmlformats.org/drawingml/2006/main">
              <a:ext uri="{FF2B5EF4-FFF2-40B4-BE49-F238E27FC236}">
                <a16:creationId xmlns:a16="http://schemas.microsoft.com/office/drawing/2014/main" id="{5A28528B-21E7-4467-8E7D-492241D76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7872" y="20470392"/>
            <a:ext cx="300396" cy="3803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45" b="0" i="0">
                <a:solidFill>
                  <a:srgbClr val="516578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245" b="0" i="0">
                <a:solidFill>
                  <a:srgbClr val="516578"/>
                </a:solidFill>
                <a:latin typeface="Barlow Condensed"/>
                <a:ea typeface="Barlow Condensed"/>
                <a:cs typeface="Barlow Condensed"/>
              </a:rPr>
              <a:t>R6</a:t>
            </a:r>
          </a:p>
        </p:txBody>
      </p:sp>
      <p:sp>
        <p:nvSpPr>
          <p:cNvPr id="236" name="t102">
            <a:extLst xmlns:a="http://schemas.openxmlformats.org/drawingml/2006/main">
              <a:ext uri="{FF2B5EF4-FFF2-40B4-BE49-F238E27FC236}">
                <a16:creationId xmlns:a16="http://schemas.microsoft.com/office/drawing/2014/main" id="{29A4257E-28E3-4C4F-8EB7-BB0F56257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15438" y="16937850"/>
            <a:ext cx="2752260" cy="4658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806" b="1" i="0">
                <a:solidFill>
                  <a:srgbClr val="13304C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806" b="1" i="0">
                <a:solidFill>
                  <a:srgbClr val="13304C"/>
                </a:solidFill>
                <a:latin typeface="Barlow Condensed"/>
                <a:ea typeface="Barlow Condensed"/>
                <a:cs typeface="Barlow Condensed"/>
              </a:rPr>
              <a:t>Citation precision, %</a:t>
            </a:r>
          </a:p>
        </p:txBody>
      </p:sp>
      <p:sp>
        <p:nvSpPr>
          <p:cNvPr id="237" name="t103">
            <a:extLst xmlns:a="http://schemas.openxmlformats.org/drawingml/2006/main">
              <a:ext uri="{FF2B5EF4-FFF2-40B4-BE49-F238E27FC236}">
                <a16:creationId xmlns:a16="http://schemas.microsoft.com/office/drawing/2014/main" id="{BD3652B3-4CEC-49A6-9D44-BB11584F6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15438" y="17424922"/>
            <a:ext cx="1292165" cy="3803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45" b="0" i="0">
                <a:solidFill>
                  <a:srgbClr val="516578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245" b="0" i="0">
                <a:solidFill>
                  <a:srgbClr val="516578"/>
                </a:solidFill>
                <a:latin typeface="Barlow Condensed"/>
                <a:ea typeface="Barlow Condensed"/>
                <a:cs typeface="Barlow Condensed"/>
              </a:rPr>
              <a:t>95 questions</a:t>
            </a:r>
          </a:p>
        </p:txBody>
      </p:sp>
      <p:sp>
        <p:nvSpPr>
          <p:cNvPr id="238" name="t104">
            <a:extLst xmlns:a="http://schemas.openxmlformats.org/drawingml/2006/main">
              <a:ext uri="{FF2B5EF4-FFF2-40B4-BE49-F238E27FC236}">
                <a16:creationId xmlns:a16="http://schemas.microsoft.com/office/drawing/2014/main" id="{57B9596A-5894-4184-A227-78C766293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09510" y="20033135"/>
            <a:ext cx="183769" cy="3803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45" b="0" i="0">
                <a:solidFill>
                  <a:srgbClr val="516578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245" b="0" i="0">
                <a:solidFill>
                  <a:srgbClr val="516578"/>
                </a:solidFill>
                <a:latin typeface="Barlow Condensed"/>
                <a:ea typeface="Barlow Condensed"/>
                <a:cs typeface="Barlow Condensed"/>
              </a:rPr>
              <a:t>0</a:t>
            </a:r>
          </a:p>
        </p:txBody>
      </p:sp>
      <p:sp>
        <p:nvSpPr>
          <p:cNvPr id="239" name="t105">
            <a:extLst xmlns:a="http://schemas.openxmlformats.org/drawingml/2006/main">
              <a:ext uri="{FF2B5EF4-FFF2-40B4-BE49-F238E27FC236}">
                <a16:creationId xmlns:a16="http://schemas.microsoft.com/office/drawing/2014/main" id="{79079D96-FAB4-420C-B4CF-27F7C7261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829" y="18979730"/>
            <a:ext cx="300397" cy="3803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45" b="0" i="0">
                <a:solidFill>
                  <a:srgbClr val="516578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245" b="0" i="0">
                <a:solidFill>
                  <a:srgbClr val="516578"/>
                </a:solidFill>
                <a:latin typeface="Barlow Condensed"/>
                <a:ea typeface="Barlow Condensed"/>
                <a:cs typeface="Barlow Condensed"/>
              </a:rPr>
              <a:t>50</a:t>
            </a:r>
          </a:p>
        </p:txBody>
      </p:sp>
      <p:sp>
        <p:nvSpPr>
          <p:cNvPr id="240" name="t106">
            <a:extLst xmlns:a="http://schemas.openxmlformats.org/drawingml/2006/main">
              <a:ext uri="{FF2B5EF4-FFF2-40B4-BE49-F238E27FC236}">
                <a16:creationId xmlns:a16="http://schemas.microsoft.com/office/drawing/2014/main" id="{52DA1298-901B-4A4A-9274-66021F9F6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9932" y="17926324"/>
            <a:ext cx="383378" cy="3803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45" b="0" i="0">
                <a:solidFill>
                  <a:srgbClr val="516578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245" b="0" i="0">
                <a:solidFill>
                  <a:srgbClr val="516578"/>
                </a:solidFill>
                <a:latin typeface="Barlow Condensed"/>
                <a:ea typeface="Barlow Condensed"/>
                <a:cs typeface="Barlow Condensed"/>
              </a:rPr>
              <a:t>100</a:t>
            </a:r>
          </a:p>
        </p:txBody>
      </p:sp>
      <p:sp>
        <p:nvSpPr>
          <p:cNvPr id="241" name="t107">
            <a:extLst xmlns:a="http://schemas.openxmlformats.org/drawingml/2006/main">
              <a:ext uri="{FF2B5EF4-FFF2-40B4-BE49-F238E27FC236}">
                <a16:creationId xmlns:a16="http://schemas.microsoft.com/office/drawing/2014/main" id="{AD2DB893-DF5E-4B30-AE89-70321301B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91068" y="19583174"/>
            <a:ext cx="361220" cy="394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39" b="1" i="0">
                <a:solidFill>
                  <a:srgbClr val="13304C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339" b="1" i="0">
                <a:solidFill>
                  <a:srgbClr val="13304C"/>
                </a:solidFill>
                <a:latin typeface="Barlow Condensed"/>
                <a:ea typeface="Barlow Condensed"/>
                <a:cs typeface="Barlow Condensed"/>
              </a:rPr>
              <a:t>7.6</a:t>
            </a:r>
          </a:p>
        </p:txBody>
      </p:sp>
      <p:sp>
        <p:nvSpPr>
          <p:cNvPr id="242" name="t108">
            <a:extLst xmlns:a="http://schemas.openxmlformats.org/drawingml/2006/main">
              <a:ext uri="{FF2B5EF4-FFF2-40B4-BE49-F238E27FC236}">
                <a16:creationId xmlns:a16="http://schemas.microsoft.com/office/drawing/2014/main" id="{2B362FFA-659D-4AB0-89E8-8686D3FC4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6666" y="20470392"/>
            <a:ext cx="310093" cy="3803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45" b="0" i="0">
                <a:solidFill>
                  <a:srgbClr val="516578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245" b="0" i="0">
                <a:solidFill>
                  <a:srgbClr val="516578"/>
                </a:solidFill>
                <a:latin typeface="Barlow Condensed"/>
                <a:ea typeface="Barlow Condensed"/>
                <a:cs typeface="Barlow Condensed"/>
              </a:rPr>
              <a:t>R0</a:t>
            </a:r>
          </a:p>
        </p:txBody>
      </p:sp>
      <p:sp>
        <p:nvSpPr>
          <p:cNvPr id="243" name="t109">
            <a:extLst xmlns:a="http://schemas.openxmlformats.org/drawingml/2006/main">
              <a:ext uri="{FF2B5EF4-FFF2-40B4-BE49-F238E27FC236}">
                <a16:creationId xmlns:a16="http://schemas.microsoft.com/office/drawing/2014/main" id="{F330BCDF-5D38-4B33-9E6A-B6FF837BA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0918" y="19506974"/>
            <a:ext cx="419714" cy="394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39" b="1" i="0">
                <a:solidFill>
                  <a:srgbClr val="13304C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339" b="1" i="0">
                <a:solidFill>
                  <a:srgbClr val="13304C"/>
                </a:solidFill>
                <a:latin typeface="Barlow Condensed"/>
                <a:ea typeface="Barlow Condensed"/>
                <a:cs typeface="Barlow Condensed"/>
              </a:rPr>
              <a:t>11.2</a:t>
            </a:r>
          </a:p>
        </p:txBody>
      </p:sp>
      <p:sp>
        <p:nvSpPr>
          <p:cNvPr id="244" name="t110">
            <a:extLst xmlns:a="http://schemas.openxmlformats.org/drawingml/2006/main">
              <a:ext uri="{FF2B5EF4-FFF2-40B4-BE49-F238E27FC236}">
                <a16:creationId xmlns:a16="http://schemas.microsoft.com/office/drawing/2014/main" id="{9AC201E8-95DD-4A44-9190-ADF30D39C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42476" y="20470392"/>
            <a:ext cx="256480" cy="3803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45" b="0" i="0">
                <a:solidFill>
                  <a:srgbClr val="516578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245" b="0" i="0">
                <a:solidFill>
                  <a:srgbClr val="516578"/>
                </a:solidFill>
                <a:latin typeface="Barlow Condensed"/>
                <a:ea typeface="Barlow Condensed"/>
                <a:cs typeface="Barlow Condensed"/>
              </a:rPr>
              <a:t>R1</a:t>
            </a:r>
          </a:p>
        </p:txBody>
      </p:sp>
      <p:sp>
        <p:nvSpPr>
          <p:cNvPr id="245" name="t111">
            <a:extLst xmlns:a="http://schemas.openxmlformats.org/drawingml/2006/main">
              <a:ext uri="{FF2B5EF4-FFF2-40B4-BE49-F238E27FC236}">
                <a16:creationId xmlns:a16="http://schemas.microsoft.com/office/drawing/2014/main" id="{2733F812-D470-4CEB-8564-66D173FE3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38805" y="19432857"/>
            <a:ext cx="462167" cy="394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39" b="1" i="0">
                <a:solidFill>
                  <a:srgbClr val="13304C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339" b="1" i="0">
                <a:solidFill>
                  <a:srgbClr val="13304C"/>
                </a:solidFill>
                <a:latin typeface="Barlow Condensed"/>
                <a:ea typeface="Barlow Condensed"/>
                <a:cs typeface="Barlow Condensed"/>
              </a:rPr>
              <a:t>14.7</a:t>
            </a:r>
          </a:p>
        </p:txBody>
      </p:sp>
      <p:sp>
        <p:nvSpPr>
          <p:cNvPr id="246" name="t112">
            <a:extLst xmlns:a="http://schemas.openxmlformats.org/drawingml/2006/main">
              <a:ext uri="{FF2B5EF4-FFF2-40B4-BE49-F238E27FC236}">
                <a16:creationId xmlns:a16="http://schemas.microsoft.com/office/drawing/2014/main" id="{D5BAF5ED-DD73-4BCA-8BCF-124570500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20810" y="20470392"/>
            <a:ext cx="298115" cy="3803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45" b="0" i="0">
                <a:solidFill>
                  <a:srgbClr val="516578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245" b="0" i="0">
                <a:solidFill>
                  <a:srgbClr val="516578"/>
                </a:solidFill>
                <a:latin typeface="Barlow Condensed"/>
                <a:ea typeface="Barlow Condensed"/>
                <a:cs typeface="Barlow Condensed"/>
              </a:rPr>
              <a:t>R2</a:t>
            </a:r>
          </a:p>
        </p:txBody>
      </p:sp>
      <p:sp>
        <p:nvSpPr>
          <p:cNvPr id="247" name="t113">
            <a:extLst xmlns:a="http://schemas.openxmlformats.org/drawingml/2006/main">
              <a:ext uri="{FF2B5EF4-FFF2-40B4-BE49-F238E27FC236}">
                <a16:creationId xmlns:a16="http://schemas.microsoft.com/office/drawing/2014/main" id="{86B39B56-CD81-4ADD-9855-E5B101981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2079" y="19275992"/>
            <a:ext cx="513538" cy="394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39" b="1" i="0">
                <a:solidFill>
                  <a:srgbClr val="13304C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339" b="1" i="0">
                <a:solidFill>
                  <a:srgbClr val="13304C"/>
                </a:solidFill>
                <a:latin typeface="Barlow Condensed"/>
                <a:ea typeface="Barlow Condensed"/>
                <a:cs typeface="Barlow Condensed"/>
              </a:rPr>
              <a:t>22.2</a:t>
            </a:r>
          </a:p>
        </p:txBody>
      </p:sp>
      <p:sp>
        <p:nvSpPr>
          <p:cNvPr id="248" name="t114">
            <a:extLst xmlns:a="http://schemas.openxmlformats.org/drawingml/2006/main">
              <a:ext uri="{FF2B5EF4-FFF2-40B4-BE49-F238E27FC236}">
                <a16:creationId xmlns:a16="http://schemas.microsoft.com/office/drawing/2014/main" id="{91DBB160-EA02-4324-B35C-8376FEE89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8937" y="20470392"/>
            <a:ext cx="299827" cy="3803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45" b="0" i="0">
                <a:solidFill>
                  <a:srgbClr val="516578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245" b="0" i="0">
                <a:solidFill>
                  <a:srgbClr val="516578"/>
                </a:solidFill>
                <a:latin typeface="Barlow Condensed"/>
                <a:ea typeface="Barlow Condensed"/>
                <a:cs typeface="Barlow Condensed"/>
              </a:rPr>
              <a:t>R3</a:t>
            </a:r>
          </a:p>
        </p:txBody>
      </p:sp>
      <p:sp>
        <p:nvSpPr>
          <p:cNvPr id="249" name="t115">
            <a:extLst xmlns:a="http://schemas.openxmlformats.org/drawingml/2006/main">
              <a:ext uri="{FF2B5EF4-FFF2-40B4-BE49-F238E27FC236}">
                <a16:creationId xmlns:a16="http://schemas.microsoft.com/office/drawing/2014/main" id="{BBEA96CE-C759-4A43-8933-6E55030A5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45479" y="19172855"/>
            <a:ext cx="444936" cy="394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39" b="1" i="0">
                <a:solidFill>
                  <a:srgbClr val="13304C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339" b="1" i="0">
                <a:solidFill>
                  <a:srgbClr val="13304C"/>
                </a:solidFill>
                <a:latin typeface="Barlow Condensed"/>
                <a:ea typeface="Barlow Condensed"/>
                <a:cs typeface="Barlow Condensed"/>
              </a:rPr>
              <a:t>27.1</a:t>
            </a:r>
          </a:p>
        </p:txBody>
      </p:sp>
      <p:sp>
        <p:nvSpPr>
          <p:cNvPr id="250" name="t116">
            <a:extLst xmlns:a="http://schemas.openxmlformats.org/drawingml/2006/main">
              <a:ext uri="{FF2B5EF4-FFF2-40B4-BE49-F238E27FC236}">
                <a16:creationId xmlns:a16="http://schemas.microsoft.com/office/drawing/2014/main" id="{A79F7ED2-AD3A-4141-8A3D-260C3D1C0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17065" y="20470392"/>
            <a:ext cx="301823" cy="3803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45" b="0" i="0">
                <a:solidFill>
                  <a:srgbClr val="516578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245" b="0" i="0">
                <a:solidFill>
                  <a:srgbClr val="516578"/>
                </a:solidFill>
                <a:latin typeface="Barlow Condensed"/>
                <a:ea typeface="Barlow Condensed"/>
                <a:cs typeface="Barlow Condensed"/>
              </a:rPr>
              <a:t>R4</a:t>
            </a:r>
          </a:p>
        </p:txBody>
      </p:sp>
      <p:sp>
        <p:nvSpPr>
          <p:cNvPr id="251" name="t117">
            <a:extLst xmlns:a="http://schemas.openxmlformats.org/drawingml/2006/main">
              <a:ext uri="{FF2B5EF4-FFF2-40B4-BE49-F238E27FC236}">
                <a16:creationId xmlns:a16="http://schemas.microsoft.com/office/drawing/2014/main" id="{035A0AB1-761F-4B22-89F0-FB501E9EE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44500" y="19696878"/>
            <a:ext cx="444936" cy="394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39" b="1" i="0">
                <a:solidFill>
                  <a:srgbClr val="13304C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339" b="1" i="0">
                <a:solidFill>
                  <a:srgbClr val="13304C"/>
                </a:solidFill>
                <a:latin typeface="Barlow Condensed"/>
                <a:ea typeface="Barlow Condensed"/>
                <a:cs typeface="Barlow Condensed"/>
              </a:rPr>
              <a:t>27.1</a:t>
            </a:r>
          </a:p>
        </p:txBody>
      </p:sp>
      <p:sp>
        <p:nvSpPr>
          <p:cNvPr id="252" name="t118">
            <a:extLst xmlns:a="http://schemas.openxmlformats.org/drawingml/2006/main">
              <a:ext uri="{FF2B5EF4-FFF2-40B4-BE49-F238E27FC236}">
                <a16:creationId xmlns:a16="http://schemas.microsoft.com/office/drawing/2014/main" id="{980323AB-8342-4D18-808C-34A9F606C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6979" y="20470392"/>
            <a:ext cx="300112" cy="3803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45" b="0" i="0">
                <a:solidFill>
                  <a:srgbClr val="516578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245" b="0" i="0">
                <a:solidFill>
                  <a:srgbClr val="516578"/>
                </a:solidFill>
                <a:latin typeface="Barlow Condensed"/>
                <a:ea typeface="Barlow Condensed"/>
                <a:cs typeface="Barlow Condensed"/>
              </a:rPr>
              <a:t>R5</a:t>
            </a:r>
          </a:p>
        </p:txBody>
      </p:sp>
      <p:sp>
        <p:nvSpPr>
          <p:cNvPr id="253" name="t119">
            <a:extLst xmlns:a="http://schemas.openxmlformats.org/drawingml/2006/main">
              <a:ext uri="{FF2B5EF4-FFF2-40B4-BE49-F238E27FC236}">
                <a16:creationId xmlns:a16="http://schemas.microsoft.com/office/drawing/2014/main" id="{539CE884-A79C-4BE2-996A-8CD44B602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33251" y="18441960"/>
            <a:ext cx="465734" cy="394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39" b="1" i="0">
                <a:solidFill>
                  <a:srgbClr val="13304C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339" b="1" i="0">
                <a:solidFill>
                  <a:srgbClr val="13304C"/>
                </a:solidFill>
                <a:latin typeface="Barlow Condensed"/>
                <a:ea typeface="Barlow Condensed"/>
                <a:cs typeface="Barlow Condensed"/>
              </a:rPr>
              <a:t>61.8</a:t>
            </a:r>
          </a:p>
        </p:txBody>
      </p:sp>
      <p:sp>
        <p:nvSpPr>
          <p:cNvPr id="254" name="t120">
            <a:extLst xmlns:a="http://schemas.openxmlformats.org/drawingml/2006/main">
              <a:ext uri="{FF2B5EF4-FFF2-40B4-BE49-F238E27FC236}">
                <a16:creationId xmlns:a16="http://schemas.microsoft.com/office/drawing/2014/main" id="{F0DDBE8E-3CBF-4B4A-9FD4-B50253F3B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15851" y="20470392"/>
            <a:ext cx="300397" cy="3803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45" b="0" i="0">
                <a:solidFill>
                  <a:srgbClr val="516578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245" b="0" i="0">
                <a:solidFill>
                  <a:srgbClr val="516578"/>
                </a:solidFill>
                <a:latin typeface="Barlow Condensed"/>
                <a:ea typeface="Barlow Condensed"/>
                <a:cs typeface="Barlow Condensed"/>
              </a:rPr>
              <a:t>R6</a:t>
            </a:r>
          </a:p>
        </p:txBody>
      </p:sp>
      <p:sp>
        <p:nvSpPr>
          <p:cNvPr id="255" name="t121">
            <a:extLst xmlns:a="http://schemas.openxmlformats.org/drawingml/2006/main">
              <a:ext uri="{FF2B5EF4-FFF2-40B4-BE49-F238E27FC236}">
                <a16:creationId xmlns:a16="http://schemas.microsoft.com/office/drawing/2014/main" id="{B5429FB5-FCAA-48CF-8538-A42669231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3418" y="16937850"/>
            <a:ext cx="2283020" cy="4658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806" b="1" i="0">
                <a:solidFill>
                  <a:srgbClr val="13304C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806" b="1" i="0">
                <a:solidFill>
                  <a:srgbClr val="13304C"/>
                </a:solidFill>
                <a:latin typeface="Barlow Condensed"/>
                <a:ea typeface="Barlow Condensed"/>
                <a:cs typeface="Barlow Condensed"/>
              </a:rPr>
              <a:t>Citation recall, %</a:t>
            </a:r>
          </a:p>
        </p:txBody>
      </p:sp>
      <p:sp>
        <p:nvSpPr>
          <p:cNvPr id="256" name="t122">
            <a:extLst xmlns:a="http://schemas.openxmlformats.org/drawingml/2006/main">
              <a:ext uri="{FF2B5EF4-FFF2-40B4-BE49-F238E27FC236}">
                <a16:creationId xmlns:a16="http://schemas.microsoft.com/office/drawing/2014/main" id="{B57A54F7-0392-4E4F-B6C6-873FB4684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3418" y="17424922"/>
            <a:ext cx="1292163" cy="3803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45" b="0" i="0">
                <a:solidFill>
                  <a:srgbClr val="516578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245" b="0" i="0">
                <a:solidFill>
                  <a:srgbClr val="516578"/>
                </a:solidFill>
                <a:latin typeface="Barlow Condensed"/>
                <a:ea typeface="Barlow Condensed"/>
                <a:cs typeface="Barlow Condensed"/>
              </a:rPr>
              <a:t>95 questions</a:t>
            </a:r>
          </a:p>
        </p:txBody>
      </p:sp>
      <p:sp>
        <p:nvSpPr>
          <p:cNvPr id="257" name="t123">
            <a:extLst xmlns:a="http://schemas.openxmlformats.org/drawingml/2006/main">
              <a:ext uri="{FF2B5EF4-FFF2-40B4-BE49-F238E27FC236}">
                <a16:creationId xmlns:a16="http://schemas.microsoft.com/office/drawing/2014/main" id="{B73A1760-D4D0-4E35-A4A9-316BCC0E5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7639" y="20033135"/>
            <a:ext cx="183769" cy="3803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45" b="0" i="0">
                <a:solidFill>
                  <a:srgbClr val="516578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245" b="0" i="0">
                <a:solidFill>
                  <a:srgbClr val="516578"/>
                </a:solidFill>
                <a:latin typeface="Barlow Condensed"/>
                <a:ea typeface="Barlow Condensed"/>
                <a:cs typeface="Barlow Condensed"/>
              </a:rPr>
              <a:t>0</a:t>
            </a:r>
          </a:p>
        </p:txBody>
      </p:sp>
      <p:sp>
        <p:nvSpPr>
          <p:cNvPr id="258" name="t124">
            <a:extLst xmlns:a="http://schemas.openxmlformats.org/drawingml/2006/main">
              <a:ext uri="{FF2B5EF4-FFF2-40B4-BE49-F238E27FC236}">
                <a16:creationId xmlns:a16="http://schemas.microsoft.com/office/drawing/2014/main" id="{7BCF5517-F54F-44E6-A7F5-85342A33A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30957" y="18979730"/>
            <a:ext cx="300397" cy="3803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45" b="0" i="0">
                <a:solidFill>
                  <a:srgbClr val="516578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245" b="0" i="0">
                <a:solidFill>
                  <a:srgbClr val="516578"/>
                </a:solidFill>
                <a:latin typeface="Barlow Condensed"/>
                <a:ea typeface="Barlow Condensed"/>
                <a:cs typeface="Barlow Condensed"/>
              </a:rPr>
              <a:t>50</a:t>
            </a:r>
          </a:p>
        </p:txBody>
      </p:sp>
      <p:sp>
        <p:nvSpPr>
          <p:cNvPr id="259" name="t125">
            <a:extLst xmlns:a="http://schemas.openxmlformats.org/drawingml/2006/main">
              <a:ext uri="{FF2B5EF4-FFF2-40B4-BE49-F238E27FC236}">
                <a16:creationId xmlns:a16="http://schemas.microsoft.com/office/drawing/2014/main" id="{1AF40285-BA45-4B11-BF1C-63ECC2CDD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48060" y="17926324"/>
            <a:ext cx="383378" cy="3803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45" b="0" i="0">
                <a:solidFill>
                  <a:srgbClr val="516578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245" b="0" i="0">
                <a:solidFill>
                  <a:srgbClr val="516578"/>
                </a:solidFill>
                <a:latin typeface="Barlow Condensed"/>
                <a:ea typeface="Barlow Condensed"/>
                <a:cs typeface="Barlow Condensed"/>
              </a:rPr>
              <a:t>100</a:t>
            </a:r>
          </a:p>
        </p:txBody>
      </p:sp>
      <p:sp>
        <p:nvSpPr>
          <p:cNvPr id="260" name="t126">
            <a:extLst xmlns:a="http://schemas.openxmlformats.org/drawingml/2006/main">
              <a:ext uri="{FF2B5EF4-FFF2-40B4-BE49-F238E27FC236}">
                <a16:creationId xmlns:a16="http://schemas.microsoft.com/office/drawing/2014/main" id="{61A34FB5-ACBA-4659-9357-AB2AE8537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52848" y="19490454"/>
            <a:ext cx="513834" cy="394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39" b="1" i="0">
                <a:solidFill>
                  <a:srgbClr val="13304C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339" b="1" i="0">
                <a:solidFill>
                  <a:srgbClr val="13304C"/>
                </a:solidFill>
                <a:latin typeface="Barlow Condensed"/>
                <a:ea typeface="Barlow Condensed"/>
                <a:cs typeface="Barlow Condensed"/>
              </a:rPr>
              <a:t>38.5</a:t>
            </a:r>
          </a:p>
        </p:txBody>
      </p:sp>
      <p:sp>
        <p:nvSpPr>
          <p:cNvPr id="261" name="t127">
            <a:extLst xmlns:a="http://schemas.openxmlformats.org/drawingml/2006/main">
              <a:ext uri="{FF2B5EF4-FFF2-40B4-BE49-F238E27FC236}">
                <a16:creationId xmlns:a16="http://schemas.microsoft.com/office/drawing/2014/main" id="{0874DF7A-F6B2-4CFB-8B94-A248BA6A5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54795" y="20470392"/>
            <a:ext cx="310093" cy="3803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45" b="0" i="0">
                <a:solidFill>
                  <a:srgbClr val="516578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245" b="0" i="0">
                <a:solidFill>
                  <a:srgbClr val="516578"/>
                </a:solidFill>
                <a:latin typeface="Barlow Condensed"/>
                <a:ea typeface="Barlow Condensed"/>
                <a:cs typeface="Barlow Condensed"/>
              </a:rPr>
              <a:t>R0</a:t>
            </a:r>
          </a:p>
        </p:txBody>
      </p:sp>
      <p:sp>
        <p:nvSpPr>
          <p:cNvPr id="262" name="t128">
            <a:extLst xmlns:a="http://schemas.openxmlformats.org/drawingml/2006/main">
              <a:ext uri="{FF2B5EF4-FFF2-40B4-BE49-F238E27FC236}">
                <a16:creationId xmlns:a16="http://schemas.microsoft.com/office/drawing/2014/main" id="{4693DE97-A443-4A7C-9098-A63AE42B5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75978" y="18444936"/>
            <a:ext cx="465734" cy="394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39" b="1" i="0">
                <a:solidFill>
                  <a:srgbClr val="13304C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339" b="1" i="0">
                <a:solidFill>
                  <a:srgbClr val="13304C"/>
                </a:solidFill>
                <a:latin typeface="Barlow Condensed"/>
                <a:ea typeface="Barlow Condensed"/>
                <a:cs typeface="Barlow Condensed"/>
              </a:rPr>
              <a:t>61.6</a:t>
            </a:r>
          </a:p>
        </p:txBody>
      </p:sp>
      <p:sp>
        <p:nvSpPr>
          <p:cNvPr id="263" name="t129">
            <a:extLst xmlns:a="http://schemas.openxmlformats.org/drawingml/2006/main">
              <a:ext uri="{FF2B5EF4-FFF2-40B4-BE49-F238E27FC236}">
                <a16:creationId xmlns:a16="http://schemas.microsoft.com/office/drawing/2014/main" id="{E5770726-F971-473E-A1BB-690F4F278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80605" y="20470392"/>
            <a:ext cx="256480" cy="3803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45" b="0" i="0">
                <a:solidFill>
                  <a:srgbClr val="516578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245" b="0" i="0">
                <a:solidFill>
                  <a:srgbClr val="516578"/>
                </a:solidFill>
                <a:latin typeface="Barlow Condensed"/>
                <a:ea typeface="Barlow Condensed"/>
                <a:cs typeface="Barlow Condensed"/>
              </a:rPr>
              <a:t>R1</a:t>
            </a:r>
          </a:p>
        </p:txBody>
      </p:sp>
      <p:sp>
        <p:nvSpPr>
          <p:cNvPr id="264" name="t130">
            <a:extLst xmlns:a="http://schemas.openxmlformats.org/drawingml/2006/main">
              <a:ext uri="{FF2B5EF4-FFF2-40B4-BE49-F238E27FC236}">
                <a16:creationId xmlns:a16="http://schemas.microsoft.com/office/drawing/2014/main" id="{5AE99326-558A-4FE3-A4D7-9DE382AF3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51484" y="19152912"/>
            <a:ext cx="512944" cy="394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39" b="1" i="0">
                <a:solidFill>
                  <a:srgbClr val="13304C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339" b="1" i="0">
                <a:solidFill>
                  <a:srgbClr val="13304C"/>
                </a:solidFill>
                <a:latin typeface="Barlow Condensed"/>
                <a:ea typeface="Barlow Condensed"/>
                <a:cs typeface="Barlow Condensed"/>
              </a:rPr>
              <a:t>52.9</a:t>
            </a:r>
          </a:p>
        </p:txBody>
      </p:sp>
      <p:sp>
        <p:nvSpPr>
          <p:cNvPr id="265" name="t131">
            <a:extLst xmlns:a="http://schemas.openxmlformats.org/drawingml/2006/main">
              <a:ext uri="{FF2B5EF4-FFF2-40B4-BE49-F238E27FC236}">
                <a16:creationId xmlns:a16="http://schemas.microsoft.com/office/drawing/2014/main" id="{90FDC1F9-DB14-484A-A410-83F611551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58789" y="20470392"/>
            <a:ext cx="298115" cy="3803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45" b="0" i="0">
                <a:solidFill>
                  <a:srgbClr val="516578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245" b="0" i="0">
                <a:solidFill>
                  <a:srgbClr val="516578"/>
                </a:solidFill>
                <a:latin typeface="Barlow Condensed"/>
                <a:ea typeface="Barlow Condensed"/>
                <a:cs typeface="Barlow Condensed"/>
              </a:rPr>
              <a:t>R2</a:t>
            </a:r>
          </a:p>
        </p:txBody>
      </p:sp>
      <p:sp>
        <p:nvSpPr>
          <p:cNvPr id="266" name="t132">
            <a:extLst xmlns:a="http://schemas.openxmlformats.org/drawingml/2006/main">
              <a:ext uri="{FF2B5EF4-FFF2-40B4-BE49-F238E27FC236}">
                <a16:creationId xmlns:a16="http://schemas.microsoft.com/office/drawing/2014/main" id="{83083E84-948F-4994-9E67-25AD184BC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4495" y="18212169"/>
            <a:ext cx="485029" cy="394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39" b="1" i="0">
                <a:solidFill>
                  <a:srgbClr val="13304C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339" b="1" i="0">
                <a:solidFill>
                  <a:srgbClr val="13304C"/>
                </a:solidFill>
                <a:latin typeface="Barlow Condensed"/>
                <a:ea typeface="Barlow Condensed"/>
                <a:cs typeface="Barlow Condensed"/>
              </a:rPr>
              <a:t>72.7</a:t>
            </a:r>
          </a:p>
        </p:txBody>
      </p:sp>
      <p:sp>
        <p:nvSpPr>
          <p:cNvPr id="267" name="t133">
            <a:extLst xmlns:a="http://schemas.openxmlformats.org/drawingml/2006/main">
              <a:ext uri="{FF2B5EF4-FFF2-40B4-BE49-F238E27FC236}">
                <a16:creationId xmlns:a16="http://schemas.microsoft.com/office/drawing/2014/main" id="{57505CCE-0164-43FF-A4BC-10F43A13B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57066" y="20470392"/>
            <a:ext cx="299827" cy="3803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45" b="0" i="0">
                <a:solidFill>
                  <a:srgbClr val="516578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245" b="0" i="0">
                <a:solidFill>
                  <a:srgbClr val="516578"/>
                </a:solidFill>
                <a:latin typeface="Barlow Condensed"/>
                <a:ea typeface="Barlow Condensed"/>
                <a:cs typeface="Barlow Condensed"/>
              </a:rPr>
              <a:t>R3</a:t>
            </a:r>
          </a:p>
        </p:txBody>
      </p:sp>
      <p:sp>
        <p:nvSpPr>
          <p:cNvPr id="268" name="t134">
            <a:extLst xmlns:a="http://schemas.openxmlformats.org/drawingml/2006/main">
              <a:ext uri="{FF2B5EF4-FFF2-40B4-BE49-F238E27FC236}">
                <a16:creationId xmlns:a16="http://schemas.microsoft.com/office/drawing/2014/main" id="{01758D72-008C-4ACA-8465-8795667D8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53991" y="18080158"/>
            <a:ext cx="504036" cy="394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39" b="1" i="0">
                <a:solidFill>
                  <a:srgbClr val="13304C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339" b="1" i="0">
                <a:solidFill>
                  <a:srgbClr val="13304C"/>
                </a:solidFill>
                <a:latin typeface="Barlow Condensed"/>
                <a:ea typeface="Barlow Condensed"/>
                <a:cs typeface="Barlow Condensed"/>
              </a:rPr>
              <a:t>78.9</a:t>
            </a:r>
          </a:p>
        </p:txBody>
      </p:sp>
      <p:sp>
        <p:nvSpPr>
          <p:cNvPr id="269" name="t135">
            <a:extLst xmlns:a="http://schemas.openxmlformats.org/drawingml/2006/main">
              <a:ext uri="{FF2B5EF4-FFF2-40B4-BE49-F238E27FC236}">
                <a16:creationId xmlns:a16="http://schemas.microsoft.com/office/drawing/2014/main" id="{4BC34828-672D-4CC1-BC37-04892066D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55194" y="20470392"/>
            <a:ext cx="301823" cy="3803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45" b="0" i="0">
                <a:solidFill>
                  <a:srgbClr val="516578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245" b="0" i="0">
                <a:solidFill>
                  <a:srgbClr val="516578"/>
                </a:solidFill>
                <a:latin typeface="Barlow Condensed"/>
                <a:ea typeface="Barlow Condensed"/>
                <a:cs typeface="Barlow Condensed"/>
              </a:rPr>
              <a:t>R4</a:t>
            </a:r>
          </a:p>
        </p:txBody>
      </p:sp>
      <p:sp>
        <p:nvSpPr>
          <p:cNvPr id="270" name="t136">
            <a:extLst xmlns:a="http://schemas.openxmlformats.org/drawingml/2006/main">
              <a:ext uri="{FF2B5EF4-FFF2-40B4-BE49-F238E27FC236}">
                <a16:creationId xmlns:a16="http://schemas.microsoft.com/office/drawing/2014/main" id="{22042202-5490-41E2-9D7D-813BF94E0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53160" y="18638562"/>
            <a:ext cx="504036" cy="394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39" b="1" i="0">
                <a:solidFill>
                  <a:srgbClr val="13304C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339" b="1" i="0">
                <a:solidFill>
                  <a:srgbClr val="13304C"/>
                </a:solidFill>
                <a:latin typeface="Barlow Condensed"/>
                <a:ea typeface="Barlow Condensed"/>
                <a:cs typeface="Barlow Condensed"/>
              </a:rPr>
              <a:t>78.9</a:t>
            </a:r>
          </a:p>
        </p:txBody>
      </p:sp>
      <p:sp>
        <p:nvSpPr>
          <p:cNvPr id="271" name="t137">
            <a:extLst xmlns:a="http://schemas.openxmlformats.org/drawingml/2006/main">
              <a:ext uri="{FF2B5EF4-FFF2-40B4-BE49-F238E27FC236}">
                <a16:creationId xmlns:a16="http://schemas.microsoft.com/office/drawing/2014/main" id="{3C8D4219-190C-4278-9F54-F67EE32D8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55107" y="20470392"/>
            <a:ext cx="300112" cy="3803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45" b="0" i="0">
                <a:solidFill>
                  <a:srgbClr val="516578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245" b="0" i="0">
                <a:solidFill>
                  <a:srgbClr val="516578"/>
                </a:solidFill>
                <a:latin typeface="Barlow Condensed"/>
                <a:ea typeface="Barlow Condensed"/>
                <a:cs typeface="Barlow Condensed"/>
              </a:rPr>
              <a:t>R5</a:t>
            </a:r>
          </a:p>
        </p:txBody>
      </p:sp>
      <p:sp>
        <p:nvSpPr>
          <p:cNvPr id="272" name="t138">
            <a:extLst xmlns:a="http://schemas.openxmlformats.org/drawingml/2006/main">
              <a:ext uri="{FF2B5EF4-FFF2-40B4-BE49-F238E27FC236}">
                <a16:creationId xmlns:a16="http://schemas.microsoft.com/office/drawing/2014/main" id="{3CD11BDE-5EF3-43B9-B4CF-AF063A8C4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54860" y="18168711"/>
            <a:ext cx="498687" cy="394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39" b="1" i="0">
                <a:solidFill>
                  <a:srgbClr val="13304C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339" b="1" i="0">
                <a:solidFill>
                  <a:srgbClr val="13304C"/>
                </a:solidFill>
                <a:latin typeface="Barlow Condensed"/>
                <a:ea typeface="Barlow Condensed"/>
                <a:cs typeface="Barlow Condensed"/>
              </a:rPr>
              <a:t>74.7</a:t>
            </a:r>
          </a:p>
        </p:txBody>
      </p:sp>
      <p:sp>
        <p:nvSpPr>
          <p:cNvPr id="273" name="t139">
            <a:extLst xmlns:a="http://schemas.openxmlformats.org/drawingml/2006/main">
              <a:ext uri="{FF2B5EF4-FFF2-40B4-BE49-F238E27FC236}">
                <a16:creationId xmlns:a16="http://schemas.microsoft.com/office/drawing/2014/main" id="{8A031AFA-29FB-4575-B644-D1FED3794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53979" y="20470392"/>
            <a:ext cx="300397" cy="3803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45" b="0" i="0">
                <a:solidFill>
                  <a:srgbClr val="516578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245" b="0" i="0">
                <a:solidFill>
                  <a:srgbClr val="516578"/>
                </a:solidFill>
                <a:latin typeface="Barlow Condensed"/>
                <a:ea typeface="Barlow Condensed"/>
                <a:cs typeface="Barlow Condensed"/>
              </a:rPr>
              <a:t>R6</a:t>
            </a:r>
          </a:p>
        </p:txBody>
      </p:sp>
      <p:sp>
        <p:nvSpPr>
          <p:cNvPr id="274" name="t140">
            <a:extLst xmlns:a="http://schemas.openxmlformats.org/drawingml/2006/main">
              <a:ext uri="{FF2B5EF4-FFF2-40B4-BE49-F238E27FC236}">
                <a16:creationId xmlns:a16="http://schemas.microsoft.com/office/drawing/2014/main" id="{90127CBC-811F-44B6-8FB1-42B1EB977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08591" y="1416082"/>
            <a:ext cx="2463589" cy="46478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800" b="1" i="0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800" b="1" i="0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rPr>
              <a:t>9. OCR robustness</a:t>
            </a:r>
          </a:p>
        </p:txBody>
      </p:sp>
      <p:sp>
        <p:nvSpPr>
          <p:cNvPr id="275" name="t141">
            <a:extLst xmlns:a="http://schemas.openxmlformats.org/drawingml/2006/main">
              <a:ext uri="{FF2B5EF4-FFF2-40B4-BE49-F238E27FC236}">
                <a16:creationId xmlns:a16="http://schemas.microsoft.com/office/drawing/2014/main" id="{6C55C6A3-0C93-4CCC-8C01-4C936C9E4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37166" y="1962150"/>
            <a:ext cx="5637436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1" i="0">
                <a:solidFill>
                  <a:srgbClr val="073C64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1" i="0">
                <a:solidFill>
                  <a:srgbClr val="073C64"/>
                </a:solidFill>
                <a:latin typeface="Barlow Condensed"/>
                <a:ea typeface="Barlow Condensed"/>
                <a:cs typeface="Barlow Condensed"/>
              </a:rPr>
              <a:t>OCR recovers performance on scanned documents</a:t>
            </a:r>
          </a:p>
        </p:txBody>
      </p:sp>
      <p:sp>
        <p:nvSpPr>
          <p:cNvPr id="276" name="t142">
            <a:extLst xmlns:a="http://schemas.openxmlformats.org/drawingml/2006/main">
              <a:ext uri="{FF2B5EF4-FFF2-40B4-BE49-F238E27FC236}">
                <a16:creationId xmlns:a16="http://schemas.microsoft.com/office/drawing/2014/main" id="{B002D015-7DA7-4974-BDD2-DDA9860C8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37166" y="2387632"/>
            <a:ext cx="1906178" cy="3733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2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Original corpus · R0</a:t>
            </a:r>
          </a:p>
        </p:txBody>
      </p:sp>
      <p:sp>
        <p:nvSpPr>
          <p:cNvPr id="277" name="t143">
            <a:extLst xmlns:a="http://schemas.openxmlformats.org/drawingml/2006/main">
              <a:ext uri="{FF2B5EF4-FFF2-40B4-BE49-F238E27FC236}">
                <a16:creationId xmlns:a16="http://schemas.microsoft.com/office/drawing/2014/main" id="{86EF12ED-1E1E-4AD4-A3CA-2C292F4E7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37166" y="2978182"/>
            <a:ext cx="4332622" cy="3733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2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Mixed corpus (original + synthetic scans) · R0</a:t>
            </a:r>
          </a:p>
        </p:txBody>
      </p:sp>
      <p:sp>
        <p:nvSpPr>
          <p:cNvPr id="278" name="t144">
            <a:extLst xmlns:a="http://schemas.openxmlformats.org/drawingml/2006/main">
              <a:ext uri="{FF2B5EF4-FFF2-40B4-BE49-F238E27FC236}">
                <a16:creationId xmlns:a16="http://schemas.microsoft.com/office/drawing/2014/main" id="{3A7CB6E3-890D-4B0F-9576-DD617C25D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37166" y="3578257"/>
            <a:ext cx="2276039" cy="3733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2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Mixed corpus + OCR · R1</a:t>
            </a:r>
          </a:p>
        </p:txBody>
      </p:sp>
      <p:sp>
        <p:nvSpPr>
          <p:cNvPr id="279" name="t145">
            <a:extLst xmlns:a="http://schemas.openxmlformats.org/drawingml/2006/main">
              <a:ext uri="{FF2B5EF4-FFF2-40B4-BE49-F238E27FC236}">
                <a16:creationId xmlns:a16="http://schemas.microsoft.com/office/drawing/2014/main" id="{31EED955-E226-4283-A61B-039A6EBD5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37166" y="4181475"/>
            <a:ext cx="175564" cy="3581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 i="0">
                <a:solidFill>
                  <a:srgbClr val="476579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100" b="0" i="0">
                <a:solidFill>
                  <a:srgbClr val="476579"/>
                </a:solidFill>
                <a:latin typeface="Barlow Condensed"/>
                <a:ea typeface="Barlow Condensed"/>
                <a:cs typeface="Barlow Condensed"/>
              </a:rPr>
              <a:t>0</a:t>
            </a:r>
          </a:p>
        </p:txBody>
      </p:sp>
      <p:sp>
        <p:nvSpPr>
          <p:cNvPr id="280" name="t146">
            <a:extLst xmlns:a="http://schemas.openxmlformats.org/drawingml/2006/main">
              <a:ext uri="{FF2B5EF4-FFF2-40B4-BE49-F238E27FC236}">
                <a16:creationId xmlns:a16="http://schemas.microsoft.com/office/drawing/2014/main" id="{713639EC-7A6C-4AF1-857F-514A3CD5C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79288" y="4181475"/>
            <a:ext cx="284646" cy="3581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 i="0">
                <a:solidFill>
                  <a:srgbClr val="476579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100" b="0" i="0">
                <a:solidFill>
                  <a:srgbClr val="476579"/>
                </a:solidFill>
                <a:latin typeface="Barlow Condensed"/>
                <a:ea typeface="Barlow Condensed"/>
                <a:cs typeface="Barlow Condensed"/>
              </a:rPr>
              <a:t>50</a:t>
            </a:r>
          </a:p>
        </p:txBody>
      </p:sp>
      <p:sp>
        <p:nvSpPr>
          <p:cNvPr id="281" name="t147">
            <a:extLst xmlns:a="http://schemas.openxmlformats.org/drawingml/2006/main">
              <a:ext uri="{FF2B5EF4-FFF2-40B4-BE49-F238E27FC236}">
                <a16:creationId xmlns:a16="http://schemas.microsoft.com/office/drawing/2014/main" id="{5F4FD694-2C0C-44D1-8BFA-7600C96A9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30500" y="4181475"/>
            <a:ext cx="570551" cy="3581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 i="0">
                <a:solidFill>
                  <a:srgbClr val="476579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100" b="0" i="0">
                <a:solidFill>
                  <a:srgbClr val="476579"/>
                </a:solidFill>
                <a:latin typeface="Barlow Condensed"/>
                <a:ea typeface="Barlow Condensed"/>
                <a:cs typeface="Barlow Condensed"/>
              </a:rPr>
              <a:t>100%</a:t>
            </a:r>
          </a:p>
        </p:txBody>
      </p:sp>
      <p:sp>
        <p:nvSpPr>
          <p:cNvPr id="282" name="t148">
            <a:extLst xmlns:a="http://schemas.openxmlformats.org/drawingml/2006/main">
              <a:ext uri="{FF2B5EF4-FFF2-40B4-BE49-F238E27FC236}">
                <a16:creationId xmlns:a16="http://schemas.microsoft.com/office/drawing/2014/main" id="{0467B30A-0313-4123-9AFA-3F2971C37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37166" y="4562475"/>
            <a:ext cx="8548588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Converting 10 documents into synthetic scans reduces answer quality from 65.4%</a:t>
            </a:r>
          </a:p>
        </p:txBody>
      </p:sp>
      <p:sp>
        <p:nvSpPr>
          <p:cNvPr id="283" name="t149">
            <a:extLst xmlns:a="http://schemas.openxmlformats.org/drawingml/2006/main">
              <a:ext uri="{FF2B5EF4-FFF2-40B4-BE49-F238E27FC236}">
                <a16:creationId xmlns:a16="http://schemas.microsoft.com/office/drawing/2014/main" id="{1C73501D-3D44-4492-B413-BCA148703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37166" y="4886325"/>
            <a:ext cx="6016609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to 46.2%. OCR restores most of this loss, reaching 63.2%.</a:t>
            </a:r>
          </a:p>
        </p:txBody>
      </p:sp>
      <p:sp>
        <p:nvSpPr>
          <p:cNvPr id="284" name="t150">
            <a:extLst xmlns:a="http://schemas.openxmlformats.org/drawingml/2006/main">
              <a:ext uri="{FF2B5EF4-FFF2-40B4-BE49-F238E27FC236}">
                <a16:creationId xmlns:a16="http://schemas.microsoft.com/office/drawing/2014/main" id="{07BE9E80-07F8-4C3D-BDF7-7CF11FB90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08591" y="5473732"/>
            <a:ext cx="3415091" cy="46478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800" b="1" i="0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800" b="1" i="0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rPr>
              <a:t>10. Hypothesis evaluation</a:t>
            </a:r>
          </a:p>
        </p:txBody>
      </p:sp>
      <p:sp>
        <p:nvSpPr>
          <p:cNvPr id="285" name="t151">
            <a:extLst xmlns:a="http://schemas.openxmlformats.org/drawingml/2006/main">
              <a:ext uri="{FF2B5EF4-FFF2-40B4-BE49-F238E27FC236}">
                <a16:creationId xmlns:a16="http://schemas.microsoft.com/office/drawing/2014/main" id="{6180580F-83CF-4642-B22D-633917A33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22891" y="6143625"/>
            <a:ext cx="3526081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1" i="0">
                <a:solidFill>
                  <a:srgbClr val="073C64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1" i="0">
                <a:solidFill>
                  <a:srgbClr val="073C64"/>
                </a:solidFill>
                <a:latin typeface="Barlow Condensed"/>
                <a:ea typeface="Barlow Condensed"/>
                <a:cs typeface="Barlow Condensed"/>
              </a:rPr>
              <a:t>H1 — Retrieval &amp; representation</a:t>
            </a:r>
          </a:p>
        </p:txBody>
      </p:sp>
      <p:sp>
        <p:nvSpPr>
          <p:cNvPr id="286" name="t152">
            <a:extLst xmlns:a="http://schemas.openxmlformats.org/drawingml/2006/main">
              <a:ext uri="{FF2B5EF4-FFF2-40B4-BE49-F238E27FC236}">
                <a16:creationId xmlns:a16="http://schemas.microsoft.com/office/drawing/2014/main" id="{BDCB007C-B850-4965-A1CA-42C9185F3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48195" y="6143625"/>
            <a:ext cx="2235860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1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1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Partially supported.</a:t>
            </a:r>
          </a:p>
        </p:txBody>
      </p:sp>
      <p:sp>
        <p:nvSpPr>
          <p:cNvPr id="287" name="t153">
            <a:extLst xmlns:a="http://schemas.openxmlformats.org/drawingml/2006/main">
              <a:ext uri="{FF2B5EF4-FFF2-40B4-BE49-F238E27FC236}">
                <a16:creationId xmlns:a16="http://schemas.microsoft.com/office/drawing/2014/main" id="{45B17A18-2F0F-4378-9A62-BCC50C6D3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27039" y="6143625"/>
            <a:ext cx="1243130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 Multi-scale</a:t>
            </a:r>
          </a:p>
        </p:txBody>
      </p:sp>
      <p:sp>
        <p:nvSpPr>
          <p:cNvPr id="288" name="t154">
            <a:extLst xmlns:a="http://schemas.openxmlformats.org/drawingml/2006/main">
              <a:ext uri="{FF2B5EF4-FFF2-40B4-BE49-F238E27FC236}">
                <a16:creationId xmlns:a16="http://schemas.microsoft.com/office/drawing/2014/main" id="{6CFCFE69-6C0D-45B8-9B41-FCFDBEB0E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22891" y="6467475"/>
            <a:ext cx="7657970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representations alone reduce Q, but adding lexical retrieval and reranking</a:t>
            </a:r>
          </a:p>
        </p:txBody>
      </p:sp>
      <p:sp>
        <p:nvSpPr>
          <p:cNvPr id="289" name="t155">
            <a:extLst xmlns:a="http://schemas.openxmlformats.org/drawingml/2006/main">
              <a:ext uri="{FF2B5EF4-FFF2-40B4-BE49-F238E27FC236}">
                <a16:creationId xmlns:a16="http://schemas.microsoft.com/office/drawing/2014/main" id="{5030ABF8-8FED-4AE3-8638-8CF833562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22891" y="6781800"/>
            <a:ext cx="6453094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substantially improves answer quality and source-page recall.</a:t>
            </a:r>
          </a:p>
        </p:txBody>
      </p:sp>
      <p:sp>
        <p:nvSpPr>
          <p:cNvPr id="290" name="t156">
            <a:extLst xmlns:a="http://schemas.openxmlformats.org/drawingml/2006/main">
              <a:ext uri="{FF2B5EF4-FFF2-40B4-BE49-F238E27FC236}">
                <a16:creationId xmlns:a16="http://schemas.microsoft.com/office/drawing/2014/main" id="{C3628BF6-C159-4DB7-AA89-5203B4CAA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22891" y="7362825"/>
            <a:ext cx="2474823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1" i="0">
                <a:solidFill>
                  <a:srgbClr val="073C64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1" i="0">
                <a:solidFill>
                  <a:srgbClr val="073C64"/>
                </a:solidFill>
                <a:latin typeface="Barlow Condensed"/>
                <a:ea typeface="Barlow Condensed"/>
                <a:cs typeface="Barlow Condensed"/>
              </a:rPr>
              <a:t>H2 — Scan robustness</a:t>
            </a:r>
          </a:p>
        </p:txBody>
      </p:sp>
      <p:sp>
        <p:nvSpPr>
          <p:cNvPr id="291" name="t157">
            <a:extLst xmlns:a="http://schemas.openxmlformats.org/drawingml/2006/main">
              <a:ext uri="{FF2B5EF4-FFF2-40B4-BE49-F238E27FC236}">
                <a16:creationId xmlns:a16="http://schemas.microsoft.com/office/drawing/2014/main" id="{B7EBAABF-4B2A-4171-927F-6299C600F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96873" y="7362825"/>
            <a:ext cx="1260500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1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1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Supported.</a:t>
            </a:r>
          </a:p>
        </p:txBody>
      </p:sp>
      <p:sp>
        <p:nvSpPr>
          <p:cNvPr id="292" name="t158">
            <a:extLst xmlns:a="http://schemas.openxmlformats.org/drawingml/2006/main">
              <a:ext uri="{FF2B5EF4-FFF2-40B4-BE49-F238E27FC236}">
                <a16:creationId xmlns:a16="http://schemas.microsoft.com/office/drawing/2014/main" id="{53DC3758-B980-4C22-8350-85D20FBB3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00297" y="7362825"/>
            <a:ext cx="4757170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 OCR restores most of the answer-quality loss</a:t>
            </a:r>
          </a:p>
        </p:txBody>
      </p:sp>
      <p:sp>
        <p:nvSpPr>
          <p:cNvPr id="293" name="t159">
            <a:extLst xmlns:a="http://schemas.openxmlformats.org/drawingml/2006/main">
              <a:ext uri="{FF2B5EF4-FFF2-40B4-BE49-F238E27FC236}">
                <a16:creationId xmlns:a16="http://schemas.microsoft.com/office/drawing/2014/main" id="{1C7806A9-5685-4F8E-931D-F8CC3B38B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22891" y="7677150"/>
            <a:ext cx="5556359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caused by removing the machine-readable text layer.</a:t>
            </a:r>
          </a:p>
        </p:txBody>
      </p:sp>
      <p:sp>
        <p:nvSpPr>
          <p:cNvPr id="294" name="t160">
            <a:extLst xmlns:a="http://schemas.openxmlformats.org/drawingml/2006/main">
              <a:ext uri="{FF2B5EF4-FFF2-40B4-BE49-F238E27FC236}">
                <a16:creationId xmlns:a16="http://schemas.microsoft.com/office/drawing/2014/main" id="{47FACAA7-42FF-4779-A86E-55999C622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22891" y="8258175"/>
            <a:ext cx="2571144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1" i="0">
                <a:solidFill>
                  <a:srgbClr val="073C64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1" i="0">
                <a:solidFill>
                  <a:srgbClr val="073C64"/>
                </a:solidFill>
                <a:latin typeface="Barlow Condensed"/>
                <a:ea typeface="Barlow Condensed"/>
                <a:cs typeface="Barlow Condensed"/>
              </a:rPr>
              <a:t>H3 — Citation selection</a:t>
            </a:r>
          </a:p>
        </p:txBody>
      </p:sp>
      <p:sp>
        <p:nvSpPr>
          <p:cNvPr id="295" name="t161">
            <a:extLst xmlns:a="http://schemas.openxmlformats.org/drawingml/2006/main">
              <a:ext uri="{FF2B5EF4-FFF2-40B4-BE49-F238E27FC236}">
                <a16:creationId xmlns:a16="http://schemas.microsoft.com/office/drawing/2014/main" id="{E5016A71-D2A6-4286-967C-20E4F0FA0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93165" y="8258175"/>
            <a:ext cx="3065528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1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1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Supported with a trade-off.</a:t>
            </a:r>
          </a:p>
        </p:txBody>
      </p:sp>
      <p:sp>
        <p:nvSpPr>
          <p:cNvPr id="296" name="t162">
            <a:extLst xmlns:a="http://schemas.openxmlformats.org/drawingml/2006/main">
              <a:ext uri="{FF2B5EF4-FFF2-40B4-BE49-F238E27FC236}">
                <a16:creationId xmlns:a16="http://schemas.microsoft.com/office/drawing/2014/main" id="{DA487800-9931-4D8E-9FF2-E90AC759C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01577" y="8258175"/>
            <a:ext cx="2858266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 Precision rises from 27.1%</a:t>
            </a:r>
          </a:p>
        </p:txBody>
      </p:sp>
      <p:sp>
        <p:nvSpPr>
          <p:cNvPr id="297" name="t163">
            <a:extLst xmlns:a="http://schemas.openxmlformats.org/drawingml/2006/main">
              <a:ext uri="{FF2B5EF4-FFF2-40B4-BE49-F238E27FC236}">
                <a16:creationId xmlns:a16="http://schemas.microsoft.com/office/drawing/2014/main" id="{36750378-C1A9-4702-98AC-8106959E4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22891" y="8582025"/>
            <a:ext cx="6884067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to 61.8%, while recall decreases moderately from 78.9% to 74.7%.</a:t>
            </a:r>
          </a:p>
        </p:txBody>
      </p:sp>
      <p:sp>
        <p:nvSpPr>
          <p:cNvPr id="298" name="t164">
            <a:extLst xmlns:a="http://schemas.openxmlformats.org/drawingml/2006/main">
              <a:ext uri="{FF2B5EF4-FFF2-40B4-BE49-F238E27FC236}">
                <a16:creationId xmlns:a16="http://schemas.microsoft.com/office/drawing/2014/main" id="{F4818B04-D6F0-4956-8DBC-FC80EE249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08591" y="9283732"/>
            <a:ext cx="3915346" cy="46478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800" b="1" i="0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800" b="1" i="0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rPr>
              <a:t>11. Conclusion and takeaways</a:t>
            </a:r>
          </a:p>
        </p:txBody>
      </p:sp>
      <p:sp>
        <p:nvSpPr>
          <p:cNvPr id="299" name="t165">
            <a:extLst xmlns:a="http://schemas.openxmlformats.org/drawingml/2006/main">
              <a:ext uri="{FF2B5EF4-FFF2-40B4-BE49-F238E27FC236}">
                <a16:creationId xmlns:a16="http://schemas.microsoft.com/office/drawing/2014/main" id="{FDE83B51-1754-42B7-8D7C-7412C3EDC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70516" y="9963150"/>
            <a:ext cx="7296169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 i="0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0" i="0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rPr>
              <a:t>Legal RAG should be designed as a multi-stage pipeline: OCR improves</a:t>
            </a:r>
          </a:p>
        </p:txBody>
      </p:sp>
      <p:sp>
        <p:nvSpPr>
          <p:cNvPr id="300" name="t166">
            <a:extLst xmlns:a="http://schemas.openxmlformats.org/drawingml/2006/main">
              <a:ext uri="{FF2B5EF4-FFF2-40B4-BE49-F238E27FC236}">
                <a16:creationId xmlns:a16="http://schemas.microsoft.com/office/drawing/2014/main" id="{34500D83-FF37-4A39-9388-7CB6CF6EC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70516" y="10277475"/>
            <a:ext cx="8149310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 i="0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0" i="0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rPr>
              <a:t>robustness to unreadable PDFs, hybrid retrieval and reranking improve answer</a:t>
            </a:r>
          </a:p>
        </p:txBody>
      </p:sp>
      <p:sp>
        <p:nvSpPr>
          <p:cNvPr id="301" name="t167">
            <a:extLst xmlns:a="http://schemas.openxmlformats.org/drawingml/2006/main">
              <a:ext uri="{FF2B5EF4-FFF2-40B4-BE49-F238E27FC236}">
                <a16:creationId xmlns:a16="http://schemas.microsoft.com/office/drawing/2014/main" id="{F36933D4-27B4-4DEA-BE76-77151C2D1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70516" y="10601325"/>
            <a:ext cx="8401062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 i="0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0" i="0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rPr>
              <a:t>quality, and post-answer citation selection improves citation precision. However,</a:t>
            </a:r>
          </a:p>
        </p:txBody>
      </p:sp>
      <p:sp>
        <p:nvSpPr>
          <p:cNvPr id="302" name="t168">
            <a:extLst xmlns:a="http://schemas.openxmlformats.org/drawingml/2006/main">
              <a:ext uri="{FF2B5EF4-FFF2-40B4-BE49-F238E27FC236}">
                <a16:creationId xmlns:a16="http://schemas.microsoft.com/office/drawing/2014/main" id="{83C24129-AD9E-485C-BD41-ED8B2EC14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70516" y="10915650"/>
            <a:ext cx="8278230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 i="0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0" i="0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rPr>
              <a:t>citation selection introduces a precision–recall trade-off, so answer quality and</a:t>
            </a:r>
          </a:p>
        </p:txBody>
      </p:sp>
      <p:sp>
        <p:nvSpPr>
          <p:cNvPr id="303" name="t169">
            <a:extLst xmlns:a="http://schemas.openxmlformats.org/drawingml/2006/main">
              <a:ext uri="{FF2B5EF4-FFF2-40B4-BE49-F238E27FC236}">
                <a16:creationId xmlns:a16="http://schemas.microsoft.com/office/drawing/2014/main" id="{9FA88BDF-A46E-4632-9FE9-542FC7C49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70516" y="11239500"/>
            <a:ext cx="6464058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 i="0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0" i="0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rPr>
              <a:t>citation quality should be optimized and evaluated separately.</a:t>
            </a:r>
          </a:p>
        </p:txBody>
      </p:sp>
      <p:sp>
        <p:nvSpPr>
          <p:cNvPr id="304" name="t170">
            <a:extLst xmlns:a="http://schemas.openxmlformats.org/drawingml/2006/main">
              <a:ext uri="{FF2B5EF4-FFF2-40B4-BE49-F238E27FC236}">
                <a16:creationId xmlns:a16="http://schemas.microsoft.com/office/drawing/2014/main" id="{C17BAA0B-607B-41A3-9FE9-9A383D672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37166" y="11791950"/>
            <a:ext cx="3554115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1" i="0">
                <a:solidFill>
                  <a:srgbClr val="073C64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1" i="0">
                <a:solidFill>
                  <a:srgbClr val="073C64"/>
                </a:solidFill>
                <a:latin typeface="Barlow Condensed"/>
                <a:ea typeface="Barlow Condensed"/>
                <a:cs typeface="Barlow Condensed"/>
              </a:rPr>
              <a:t>1 · Ensure document robustness</a:t>
            </a:r>
          </a:p>
        </p:txBody>
      </p:sp>
      <p:sp>
        <p:nvSpPr>
          <p:cNvPr id="305" name="t171">
            <a:extLst xmlns:a="http://schemas.openxmlformats.org/drawingml/2006/main">
              <a:ext uri="{FF2B5EF4-FFF2-40B4-BE49-F238E27FC236}">
                <a16:creationId xmlns:a16="http://schemas.microsoft.com/office/drawing/2014/main" id="{B49A8276-20CA-43C0-AC6D-8FA895249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10380" y="11791950"/>
            <a:ext cx="4337217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 OCR provides robustness when machine-</a:t>
            </a:r>
          </a:p>
        </p:txBody>
      </p:sp>
      <p:sp>
        <p:nvSpPr>
          <p:cNvPr id="306" name="t172">
            <a:extLst xmlns:a="http://schemas.openxmlformats.org/drawingml/2006/main">
              <a:ext uri="{FF2B5EF4-FFF2-40B4-BE49-F238E27FC236}">
                <a16:creationId xmlns:a16="http://schemas.microsoft.com/office/drawing/2014/main" id="{394CB051-3B46-4B48-A36D-1A4BE9D23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37166" y="12106275"/>
            <a:ext cx="8549801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readable text is unavailable. It recovered most of the performance loss introduced</a:t>
            </a:r>
          </a:p>
        </p:txBody>
      </p:sp>
      <p:sp>
        <p:nvSpPr>
          <p:cNvPr id="307" name="t173">
            <a:extLst xmlns:a="http://schemas.openxmlformats.org/drawingml/2006/main">
              <a:ext uri="{FF2B5EF4-FFF2-40B4-BE49-F238E27FC236}">
                <a16:creationId xmlns:a16="http://schemas.microsoft.com/office/drawing/2014/main" id="{B1E359DF-7F17-426E-9E8E-351F646CC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37166" y="12430125"/>
            <a:ext cx="2036220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by synthetic scans.</a:t>
            </a:r>
          </a:p>
        </p:txBody>
      </p:sp>
      <p:sp>
        <p:nvSpPr>
          <p:cNvPr id="308" name="t174">
            <a:extLst xmlns:a="http://schemas.openxmlformats.org/drawingml/2006/main">
              <a:ext uri="{FF2B5EF4-FFF2-40B4-BE49-F238E27FC236}">
                <a16:creationId xmlns:a16="http://schemas.microsoft.com/office/drawing/2014/main" id="{10CFD1E0-8A4F-4F87-ADCF-C23C6C1ED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37166" y="12820650"/>
            <a:ext cx="2337053" cy="40386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1" i="0">
                <a:solidFill>
                  <a:srgbClr val="073C64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1" i="0">
                <a:solidFill>
                  <a:srgbClr val="073C64"/>
                </a:solidFill>
                <a:latin typeface="Barlow Condensed"/>
                <a:ea typeface="Barlow Condensed"/>
                <a:cs typeface="Barlow Condensed"/>
              </a:rPr>
              <a:t>2 · Optimize retrieval</a:t>
            </a:r>
          </a:p>
        </p:txBody>
      </p:sp>
      <p:sp>
        <p:nvSpPr>
          <p:cNvPr id="309" name="t175">
            <a:extLst xmlns:a="http://schemas.openxmlformats.org/drawingml/2006/main">
              <a:ext uri="{FF2B5EF4-FFF2-40B4-BE49-F238E27FC236}">
                <a16:creationId xmlns:a16="http://schemas.microsoft.com/office/drawing/2014/main" id="{C4373D66-19A2-4488-A56E-15B167AD8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93413" y="12820650"/>
            <a:ext cx="5419263" cy="40386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 Hybrid retrieval and reranking produced the largest</a:t>
            </a:r>
          </a:p>
        </p:txBody>
      </p:sp>
      <p:sp>
        <p:nvSpPr>
          <p:cNvPr id="310" name="t176">
            <a:extLst xmlns:a="http://schemas.openxmlformats.org/drawingml/2006/main">
              <a:ext uri="{FF2B5EF4-FFF2-40B4-BE49-F238E27FC236}">
                <a16:creationId xmlns:a16="http://schemas.microsoft.com/office/drawing/2014/main" id="{2647602D-1C13-446F-8F48-BE9226422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37166" y="13144500"/>
            <a:ext cx="8150823" cy="40386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observed gains in answer quality. Additional representation complexity did not</a:t>
            </a:r>
          </a:p>
        </p:txBody>
      </p:sp>
      <p:sp>
        <p:nvSpPr>
          <p:cNvPr id="311" name="t177">
            <a:extLst xmlns:a="http://schemas.openxmlformats.org/drawingml/2006/main">
              <a:ext uri="{FF2B5EF4-FFF2-40B4-BE49-F238E27FC236}">
                <a16:creationId xmlns:a16="http://schemas.microsoft.com/office/drawing/2014/main" id="{2B28DCE7-1441-4F23-A2C4-B06C0F459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37166" y="13468350"/>
            <a:ext cx="3669342" cy="40386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consistently improve performance.</a:t>
            </a:r>
          </a:p>
        </p:txBody>
      </p:sp>
      <p:sp>
        <p:nvSpPr>
          <p:cNvPr id="312" name="t178">
            <a:extLst xmlns:a="http://schemas.openxmlformats.org/drawingml/2006/main">
              <a:ext uri="{FF2B5EF4-FFF2-40B4-BE49-F238E27FC236}">
                <a16:creationId xmlns:a16="http://schemas.microsoft.com/office/drawing/2014/main" id="{AEE9E768-D2E2-4002-8877-336710543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37166" y="13858875"/>
            <a:ext cx="3611731" cy="40386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1" i="0">
                <a:solidFill>
                  <a:srgbClr val="073C64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1" i="0">
                <a:solidFill>
                  <a:srgbClr val="073C64"/>
                </a:solidFill>
                <a:latin typeface="Barlow Condensed"/>
                <a:ea typeface="Barlow Condensed"/>
                <a:cs typeface="Barlow Condensed"/>
              </a:rPr>
              <a:t>3 · Optimize citations separately</a:t>
            </a:r>
          </a:p>
        </p:txBody>
      </p:sp>
      <p:sp>
        <p:nvSpPr>
          <p:cNvPr id="313" name="t179">
            <a:extLst xmlns:a="http://schemas.openxmlformats.org/drawingml/2006/main">
              <a:ext uri="{FF2B5EF4-FFF2-40B4-BE49-F238E27FC236}">
                <a16:creationId xmlns:a16="http://schemas.microsoft.com/office/drawing/2014/main" id="{3D947704-6DB4-4594-9F36-A1A9A9A72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7977" y="13858875"/>
            <a:ext cx="4648107" cy="40386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 Post-answer citation selection substantially</a:t>
            </a:r>
          </a:p>
        </p:txBody>
      </p:sp>
      <p:sp>
        <p:nvSpPr>
          <p:cNvPr id="314" name="t180">
            <a:extLst xmlns:a="http://schemas.openxmlformats.org/drawingml/2006/main">
              <a:ext uri="{FF2B5EF4-FFF2-40B4-BE49-F238E27FC236}">
                <a16:creationId xmlns:a16="http://schemas.microsoft.com/office/drawing/2014/main" id="{6C098B37-71BF-4B4C-8786-4DD9CA4E1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37166" y="14182725"/>
            <a:ext cx="5443283" cy="40386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increased precision, with a small reduction in recall.</a:t>
            </a:r>
          </a:p>
        </p:txBody>
      </p:sp>
      <p:sp>
        <p:nvSpPr>
          <p:cNvPr id="315" name="t181">
            <a:extLst xmlns:a="http://schemas.openxmlformats.org/drawingml/2006/main">
              <a:ext uri="{FF2B5EF4-FFF2-40B4-BE49-F238E27FC236}">
                <a16:creationId xmlns:a16="http://schemas.microsoft.com/office/drawing/2014/main" id="{14F4EF93-F52E-43D1-8162-C5AF77614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37166" y="14697075"/>
            <a:ext cx="2473297" cy="40386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1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1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Unexpected outcome:</a:t>
            </a:r>
          </a:p>
        </p:txBody>
      </p:sp>
      <p:sp>
        <p:nvSpPr>
          <p:cNvPr id="316" name="t182">
            <a:extLst xmlns:a="http://schemas.openxmlformats.org/drawingml/2006/main">
              <a:ext uri="{FF2B5EF4-FFF2-40B4-BE49-F238E27FC236}">
                <a16:creationId xmlns:a16="http://schemas.microsoft.com/office/drawing/2014/main" id="{4D0AAF5E-BFF8-4689-8543-7C6166461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3390" y="14697075"/>
            <a:ext cx="6285139" cy="40386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 Multi-scale representations did not improve performance; Q</a:t>
            </a:r>
          </a:p>
        </p:txBody>
      </p:sp>
      <p:sp>
        <p:nvSpPr>
          <p:cNvPr id="317" name="t183">
            <a:extLst xmlns:a="http://schemas.openxmlformats.org/drawingml/2006/main">
              <a:ext uri="{FF2B5EF4-FFF2-40B4-BE49-F238E27FC236}">
                <a16:creationId xmlns:a16="http://schemas.microsoft.com/office/drawing/2014/main" id="{C572DBAB-3687-4B2F-804F-EB6D65B42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37166" y="15020925"/>
            <a:ext cx="4367944" cy="40386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decreased from 63.2% to 49.8% after R2.</a:t>
            </a:r>
          </a:p>
        </p:txBody>
      </p:sp>
      <p:sp>
        <p:nvSpPr>
          <p:cNvPr id="318" name="t184">
            <a:extLst xmlns:a="http://schemas.openxmlformats.org/drawingml/2006/main">
              <a:ext uri="{FF2B5EF4-FFF2-40B4-BE49-F238E27FC236}">
                <a16:creationId xmlns:a16="http://schemas.microsoft.com/office/drawing/2014/main" id="{0D29FB2E-A504-4E99-B11F-9BA5B7F2F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08591" y="15608331"/>
            <a:ext cx="2005505" cy="46478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800" b="1" i="0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800" b="1" i="0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rPr>
              <a:t>12. Limitations</a:t>
            </a:r>
          </a:p>
        </p:txBody>
      </p:sp>
      <p:sp>
        <p:nvSpPr>
          <p:cNvPr id="319" name="t185">
            <a:extLst xmlns:a="http://schemas.openxmlformats.org/drawingml/2006/main">
              <a:ext uri="{FF2B5EF4-FFF2-40B4-BE49-F238E27FC236}">
                <a16:creationId xmlns:a16="http://schemas.microsoft.com/office/drawing/2014/main" id="{00B79AD4-6A67-4A5E-8FE7-804ACA39B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37166" y="16154400"/>
            <a:ext cx="8157831" cy="40386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one DIFC corpus and 100 questions; one run per condition with no significance</a:t>
            </a:r>
          </a:p>
        </p:txBody>
      </p:sp>
      <p:sp>
        <p:nvSpPr>
          <p:cNvPr id="320" name="t186">
            <a:extLst xmlns:a="http://schemas.openxmlformats.org/drawingml/2006/main">
              <a:ext uri="{FF2B5EF4-FFF2-40B4-BE49-F238E27FC236}">
                <a16:creationId xmlns:a16="http://schemas.microsoft.com/office/drawing/2014/main" id="{976A31AB-C5BE-4C5A-BDD4-30C3A48E0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37166" y="16468725"/>
            <a:ext cx="5375616" cy="40386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testing; LLM-based evaluation of free-text answers.</a:t>
            </a:r>
          </a:p>
        </p:txBody>
      </p:sp>
      <p:sp>
        <p:nvSpPr>
          <p:cNvPr id="321" name="t187">
            <a:extLst xmlns:a="http://schemas.openxmlformats.org/drawingml/2006/main">
              <a:ext uri="{FF2B5EF4-FFF2-40B4-BE49-F238E27FC236}">
                <a16:creationId xmlns:a16="http://schemas.microsoft.com/office/drawing/2014/main" id="{5D3EB9D9-0271-47C0-8D07-C89B8AAA2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08591" y="17068800"/>
            <a:ext cx="1746399" cy="40386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1" i="0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1" i="0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rPr>
              <a:t>13. References</a:t>
            </a:r>
          </a:p>
        </p:txBody>
      </p:sp>
      <p:sp>
        <p:nvSpPr>
          <p:cNvPr id="322" name="t188">
            <a:extLst xmlns:a="http://schemas.openxmlformats.org/drawingml/2006/main">
              <a:ext uri="{FF2B5EF4-FFF2-40B4-BE49-F238E27FC236}">
                <a16:creationId xmlns:a16="http://schemas.microsoft.com/office/drawing/2014/main" id="{E2B606A6-5485-47BC-8B96-76023758B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36434" y="17570481"/>
            <a:ext cx="8580927" cy="2819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16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1. Lewis, P., Perez, E., Piktus, A., Petroni, F., Karpukhin, V., Goyal, N., ... &amp; Kiela, D. (2020). Retrieval-augmented generation for</a:t>
            </a:r>
          </a:p>
        </p:txBody>
      </p:sp>
      <p:sp>
        <p:nvSpPr>
          <p:cNvPr id="323" name="t189">
            <a:extLst xmlns:a="http://schemas.openxmlformats.org/drawingml/2006/main">
              <a:ext uri="{FF2B5EF4-FFF2-40B4-BE49-F238E27FC236}">
                <a16:creationId xmlns:a16="http://schemas.microsoft.com/office/drawing/2014/main" id="{BF7FAD7B-D5F4-41AA-9FEC-739897DED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41966" y="17770506"/>
            <a:ext cx="6844450" cy="2819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16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knowledge-intensive nlp tasks. Advances in neural information processing systems, 33, 9459-9474.</a:t>
            </a:r>
          </a:p>
        </p:txBody>
      </p:sp>
      <p:sp>
        <p:nvSpPr>
          <p:cNvPr id="324" name="t190">
            <a:extLst xmlns:a="http://schemas.openxmlformats.org/drawingml/2006/main">
              <a:ext uri="{FF2B5EF4-FFF2-40B4-BE49-F238E27FC236}">
                <a16:creationId xmlns:a16="http://schemas.microsoft.com/office/drawing/2014/main" id="{CC2A6095-4EDE-4A6C-8CE7-9B22E7D83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36434" y="17999106"/>
            <a:ext cx="8529944" cy="2819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16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2. Pipitone, Nicholas, and Ghita Houir Alami. "Legalbench-rag: A benchmark for retrieval-augmented generation in the legal</a:t>
            </a:r>
          </a:p>
        </p:txBody>
      </p:sp>
      <p:sp>
        <p:nvSpPr>
          <p:cNvPr id="325" name="t191">
            <a:extLst xmlns:a="http://schemas.openxmlformats.org/drawingml/2006/main">
              <a:ext uri="{FF2B5EF4-FFF2-40B4-BE49-F238E27FC236}">
                <a16:creationId xmlns:a16="http://schemas.microsoft.com/office/drawing/2014/main" id="{443F57DB-9F23-40B9-9F0B-47C9A1395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41966" y="18208656"/>
            <a:ext cx="3357958" cy="2819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16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domain." arXiv preprint arXiv:2408.10343 (2024).</a:t>
            </a:r>
          </a:p>
        </p:txBody>
      </p:sp>
      <p:sp>
        <p:nvSpPr>
          <p:cNvPr id="326" name="t192">
            <a:extLst xmlns:a="http://schemas.openxmlformats.org/drawingml/2006/main">
              <a:ext uri="{FF2B5EF4-FFF2-40B4-BE49-F238E27FC236}">
                <a16:creationId xmlns:a16="http://schemas.microsoft.com/office/drawing/2014/main" id="{C8CC2096-3BB7-4F12-995F-5931787EF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36434" y="18437256"/>
            <a:ext cx="8250402" cy="2819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16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3. Gokhan, T., &amp; Briscoe, T. (2025, November). Grounded Answers from Multi-Passage Regulations: Learning-to-Rank for</a:t>
            </a:r>
          </a:p>
        </p:txBody>
      </p:sp>
      <p:sp>
        <p:nvSpPr>
          <p:cNvPr id="327" name="t193">
            <a:extLst xmlns:a="http://schemas.openxmlformats.org/drawingml/2006/main">
              <a:ext uri="{FF2B5EF4-FFF2-40B4-BE49-F238E27FC236}">
                <a16:creationId xmlns:a16="http://schemas.microsoft.com/office/drawing/2014/main" id="{F3A090B7-2F49-46ED-B688-522F90ABC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41966" y="18637281"/>
            <a:ext cx="7124799" cy="2819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16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Regulatory RAG. In Proceedings of the Natural Legal Language Processing Workshop 2025 (pp. 135-146).</a:t>
            </a:r>
          </a:p>
        </p:txBody>
      </p:sp>
      <p:sp>
        <p:nvSpPr>
          <p:cNvPr id="328" name="t194">
            <a:extLst xmlns:a="http://schemas.openxmlformats.org/drawingml/2006/main">
              <a:ext uri="{FF2B5EF4-FFF2-40B4-BE49-F238E27FC236}">
                <a16:creationId xmlns:a16="http://schemas.microsoft.com/office/drawing/2014/main" id="{06C9652E-85CA-45CD-8768-8BE98F292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36434" y="18875406"/>
            <a:ext cx="8603059" cy="2819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16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4. Butler, A. R., &amp; Butler, U. (2026). Legal RAG Bench: an end-to-end benchmark for legal RAG. arXiv preprint arXiv:2603.01710.</a:t>
            </a:r>
          </a:p>
        </p:txBody>
      </p:sp>
      <p:sp>
        <p:nvSpPr>
          <p:cNvPr id="329" name="t195">
            <a:extLst xmlns:a="http://schemas.openxmlformats.org/drawingml/2006/main">
              <a:ext uri="{FF2B5EF4-FFF2-40B4-BE49-F238E27FC236}">
                <a16:creationId xmlns:a16="http://schemas.microsoft.com/office/drawing/2014/main" id="{58321AA9-8B06-4B2E-92B2-0890294F1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36434" y="19104006"/>
            <a:ext cx="8659344" cy="2819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16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5. Trautmann, D., Ostapuk, N., Grail, Q., Pol, A., Bonifazi, G., Gao, S., &amp; Gajek, M. (2024, November). Measuring the groundedness</a:t>
            </a:r>
          </a:p>
        </p:txBody>
      </p:sp>
      <p:sp>
        <p:nvSpPr>
          <p:cNvPr id="330" name="t196">
            <a:extLst xmlns:a="http://schemas.openxmlformats.org/drawingml/2006/main">
              <a:ext uri="{FF2B5EF4-FFF2-40B4-BE49-F238E27FC236}">
                <a16:creationId xmlns:a16="http://schemas.microsoft.com/office/drawing/2014/main" id="{845832F2-4FF2-4C63-AB33-716EC8E2E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41966" y="19304031"/>
            <a:ext cx="8297385" cy="2819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16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of legal question-answering systems. In Proceedings of the Natural Legal Language Processing Workshop 2024 (pp. 176-</a:t>
            </a:r>
          </a:p>
        </p:txBody>
      </p:sp>
      <p:sp>
        <p:nvSpPr>
          <p:cNvPr id="331" name="t197">
            <a:extLst xmlns:a="http://schemas.openxmlformats.org/drawingml/2006/main">
              <a:ext uri="{FF2B5EF4-FFF2-40B4-BE49-F238E27FC236}">
                <a16:creationId xmlns:a16="http://schemas.microsoft.com/office/drawing/2014/main" id="{27135F4D-545B-437B-A977-C2C4BF507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41966" y="19513581"/>
            <a:ext cx="361880" cy="2819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16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186).</a:t>
            </a:r>
          </a:p>
        </p:txBody>
      </p:sp>
      <p:sp>
        <p:nvSpPr>
          <p:cNvPr id="332" name="t198">
            <a:extLst xmlns:a="http://schemas.openxmlformats.org/drawingml/2006/main">
              <a:ext uri="{FF2B5EF4-FFF2-40B4-BE49-F238E27FC236}">
                <a16:creationId xmlns:a16="http://schemas.microsoft.com/office/drawing/2014/main" id="{A52F8A0A-8BED-41A0-95BC-78402351E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36434" y="19742181"/>
            <a:ext cx="8307682" cy="2819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16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6. Gao, T., Yen, H., Yu, J., &amp; Chen, D. (2023, December). Enabling large language models to generate text with citations. In</a:t>
            </a:r>
          </a:p>
        </p:txBody>
      </p:sp>
      <p:sp>
        <p:nvSpPr>
          <p:cNvPr id="333" name="t199">
            <a:extLst xmlns:a="http://schemas.openxmlformats.org/drawingml/2006/main">
              <a:ext uri="{FF2B5EF4-FFF2-40B4-BE49-F238E27FC236}">
                <a16:creationId xmlns:a16="http://schemas.microsoft.com/office/drawing/2014/main" id="{71F6654C-DA7C-412D-A2ED-DD22D1C7F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41966" y="19942206"/>
            <a:ext cx="7459393" cy="2819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16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Proceedings of the 2023 Conference on Empirical Methods in Natural Language Processing (pp. 6465-6488).</a:t>
            </a:r>
          </a:p>
        </p:txBody>
      </p:sp>
      <p:sp>
        <p:nvSpPr>
          <p:cNvPr id="334" name="t200">
            <a:extLst xmlns:a="http://schemas.openxmlformats.org/drawingml/2006/main">
              <a:ext uri="{FF2B5EF4-FFF2-40B4-BE49-F238E27FC236}">
                <a16:creationId xmlns:a16="http://schemas.microsoft.com/office/drawing/2014/main" id="{DCAB6D59-186A-4078-AA3A-203570902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99066" y="20326350"/>
            <a:ext cx="2721406" cy="40386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1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1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Code, protocol &amp; results</a:t>
            </a:r>
          </a:p>
        </p:txBody>
      </p:sp>
      <p:sp>
        <p:nvSpPr>
          <p:cNvPr id="335" name="t201">
            <a:extLst xmlns:a="http://schemas.openxmlformats.org/drawingml/2006/main">
              <a:ext uri="{FF2B5EF4-FFF2-40B4-BE49-F238E27FC236}">
                <a16:creationId xmlns:a16="http://schemas.microsoft.com/office/drawing/2014/main" id="{6377A29B-1AC5-413F-9673-A60D4A6B6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99066" y="20640675"/>
            <a:ext cx="4470056" cy="40386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 i="0">
                <a:solidFill>
                  <a:srgbClr val="075A8B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0" i="0">
                <a:solidFill>
                  <a:srgbClr val="075A8B"/>
                </a:solidFill>
                <a:latin typeface="Barlow Condensed"/>
                <a:ea typeface="Barlow Condensed"/>
                <a:cs typeface="Barlow Condensed"/>
              </a:rPr>
              <a:t>github.com/SteinVR/Trends-in-NLP-Poster</a:t>
            </a:r>
          </a:p>
        </p:txBody>
      </p:sp>
      <p:sp>
        <p:nvSpPr>
          <p:cNvPr id="336" name="t202">
            <a:extLst xmlns:a="http://schemas.openxmlformats.org/drawingml/2006/main">
              <a:ext uri="{FF2B5EF4-FFF2-40B4-BE49-F238E27FC236}">
                <a16:creationId xmlns:a16="http://schemas.microsoft.com/office/drawing/2014/main" id="{8FBC937A-DA3C-4238-8853-40567A811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8164" y="5010150"/>
            <a:ext cx="468326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1" i="0">
                <a:solidFill>
                  <a:srgbClr val="073C64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1" i="0">
                <a:solidFill>
                  <a:srgbClr val="073C64"/>
                </a:solidFill>
                <a:latin typeface="Barlow Condensed"/>
                <a:ea typeface="Barlow Condensed"/>
                <a:cs typeface="Barlow Condensed"/>
              </a:rPr>
              <a:t>R0 ·</a:t>
            </a:r>
          </a:p>
        </p:txBody>
      </p:sp>
      <p:sp>
        <p:nvSpPr>
          <p:cNvPr id="337" name="t203">
            <a:extLst xmlns:a="http://schemas.openxmlformats.org/drawingml/2006/main">
              <a:ext uri="{FF2B5EF4-FFF2-40B4-BE49-F238E27FC236}">
                <a16:creationId xmlns:a16="http://schemas.microsoft.com/office/drawing/2014/main" id="{4BC88DE3-A22C-4DFC-B73C-62E6B10C5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8164" y="5343525"/>
            <a:ext cx="994412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1" i="0">
                <a:solidFill>
                  <a:srgbClr val="073C64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1" i="0">
                <a:solidFill>
                  <a:srgbClr val="073C64"/>
                </a:solidFill>
                <a:latin typeface="Barlow Condensed"/>
                <a:ea typeface="Barlow Condensed"/>
                <a:cs typeface="Barlow Condensed"/>
              </a:rPr>
              <a:t>Baseline</a:t>
            </a:r>
          </a:p>
        </p:txBody>
      </p:sp>
      <p:sp>
        <p:nvSpPr>
          <p:cNvPr id="338" name="t204">
            <a:extLst xmlns:a="http://schemas.openxmlformats.org/drawingml/2006/main">
              <a:ext uri="{FF2B5EF4-FFF2-40B4-BE49-F238E27FC236}">
                <a16:creationId xmlns:a16="http://schemas.microsoft.com/office/drawing/2014/main" id="{F846AB90-0F23-4DC7-80FA-CE1408457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5039" y="4848225"/>
            <a:ext cx="976429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1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1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PDF text</a:t>
            </a:r>
          </a:p>
        </p:txBody>
      </p:sp>
      <p:sp>
        <p:nvSpPr>
          <p:cNvPr id="339" name="t205">
            <a:extLst xmlns:a="http://schemas.openxmlformats.org/drawingml/2006/main">
              <a:ext uri="{FF2B5EF4-FFF2-40B4-BE49-F238E27FC236}">
                <a16:creationId xmlns:a16="http://schemas.microsoft.com/office/drawing/2014/main" id="{8A05E048-8F3C-4575-A19D-259822E0D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5039" y="5181600"/>
            <a:ext cx="1129134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300-token</a:t>
            </a:r>
          </a:p>
        </p:txBody>
      </p:sp>
      <p:sp>
        <p:nvSpPr>
          <p:cNvPr id="340" name="t206">
            <a:extLst xmlns:a="http://schemas.openxmlformats.org/drawingml/2006/main">
              <a:ext uri="{FF2B5EF4-FFF2-40B4-BE49-F238E27FC236}">
                <a16:creationId xmlns:a16="http://schemas.microsoft.com/office/drawing/2014/main" id="{A3E4186E-A858-4FCC-8793-1B6C2B324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5039" y="5514975"/>
            <a:ext cx="1023064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passages</a:t>
            </a:r>
          </a:p>
        </p:txBody>
      </p:sp>
      <p:sp>
        <p:nvSpPr>
          <p:cNvPr id="341" name="t207">
            <a:extLst xmlns:a="http://schemas.openxmlformats.org/drawingml/2006/main">
              <a:ext uri="{FF2B5EF4-FFF2-40B4-BE49-F238E27FC236}">
                <a16:creationId xmlns:a16="http://schemas.microsoft.com/office/drawing/2014/main" id="{10892BF0-44FE-4979-9735-571D033E3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44834" y="5177786"/>
            <a:ext cx="419100" cy="44246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850" b="0" i="0">
                <a:solidFill>
                  <a:srgbClr val="427A9C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850" b="0" i="0">
                <a:solidFill>
                  <a:srgbClr val="427A9C"/>
                </a:solidFill>
                <a:latin typeface="Liberation Sans"/>
                <a:ea typeface="Liberation Sans"/>
                <a:cs typeface="Liberation Sans"/>
              </a:rPr>
              <a:t>→</a:t>
            </a:r>
          </a:p>
        </p:txBody>
      </p:sp>
      <p:sp>
        <p:nvSpPr>
          <p:cNvPr id="342" name="t208">
            <a:extLst xmlns:a="http://schemas.openxmlformats.org/drawingml/2006/main">
              <a:ext uri="{FF2B5EF4-FFF2-40B4-BE49-F238E27FC236}">
                <a16:creationId xmlns:a16="http://schemas.microsoft.com/office/drawing/2014/main" id="{217522E7-5892-4162-98BA-A9031C3CF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54459" y="4991100"/>
            <a:ext cx="2091696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1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1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Semantic retrieval</a:t>
            </a:r>
          </a:p>
        </p:txBody>
      </p:sp>
      <p:sp>
        <p:nvSpPr>
          <p:cNvPr id="343" name="t209">
            <a:extLst xmlns:a="http://schemas.openxmlformats.org/drawingml/2006/main">
              <a:ext uri="{FF2B5EF4-FFF2-40B4-BE49-F238E27FC236}">
                <a16:creationId xmlns:a16="http://schemas.microsoft.com/office/drawing/2014/main" id="{728BCD82-3BFD-4CBE-B85C-1EB4DC6FE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54459" y="5372100"/>
            <a:ext cx="2539140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Qwen3-Embedding-0.6B</a:t>
            </a:r>
          </a:p>
        </p:txBody>
      </p:sp>
      <p:sp>
        <p:nvSpPr>
          <p:cNvPr id="344" name="t210">
            <a:extLst xmlns:a="http://schemas.openxmlformats.org/drawingml/2006/main">
              <a:ext uri="{FF2B5EF4-FFF2-40B4-BE49-F238E27FC236}">
                <a16:creationId xmlns:a16="http://schemas.microsoft.com/office/drawing/2014/main" id="{A1BA095A-D04C-45A5-809A-9E5E4D1B2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61469" y="5177786"/>
            <a:ext cx="419100" cy="44246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850" b="0" i="0">
                <a:solidFill>
                  <a:srgbClr val="427A9C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850" b="0" i="0">
                <a:solidFill>
                  <a:srgbClr val="427A9C"/>
                </a:solidFill>
                <a:latin typeface="Liberation Sans"/>
                <a:ea typeface="Liberation Sans"/>
                <a:cs typeface="Liberation Sans"/>
              </a:rPr>
              <a:t>→</a:t>
            </a:r>
          </a:p>
        </p:txBody>
      </p:sp>
      <p:sp>
        <p:nvSpPr>
          <p:cNvPr id="345" name="t211">
            <a:extLst xmlns:a="http://schemas.openxmlformats.org/drawingml/2006/main">
              <a:ext uri="{FF2B5EF4-FFF2-40B4-BE49-F238E27FC236}">
                <a16:creationId xmlns:a16="http://schemas.microsoft.com/office/drawing/2014/main" id="{E1636E91-C967-433E-BBFF-DEBDC1FEB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71094" y="4819650"/>
            <a:ext cx="1054762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1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1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Generate</a:t>
            </a:r>
          </a:p>
        </p:txBody>
      </p:sp>
      <p:sp>
        <p:nvSpPr>
          <p:cNvPr id="346" name="t212">
            <a:extLst xmlns:a="http://schemas.openxmlformats.org/drawingml/2006/main">
              <a:ext uri="{FF2B5EF4-FFF2-40B4-BE49-F238E27FC236}">
                <a16:creationId xmlns:a16="http://schemas.microsoft.com/office/drawing/2014/main" id="{1E02A207-DA40-4947-8962-19304E24E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71094" y="5153025"/>
            <a:ext cx="861822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1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1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answer</a:t>
            </a:r>
          </a:p>
        </p:txBody>
      </p:sp>
      <p:sp>
        <p:nvSpPr>
          <p:cNvPr id="347" name="t213">
            <a:extLst xmlns:a="http://schemas.openxmlformats.org/drawingml/2006/main">
              <a:ext uri="{FF2B5EF4-FFF2-40B4-BE49-F238E27FC236}">
                <a16:creationId xmlns:a16="http://schemas.microsoft.com/office/drawing/2014/main" id="{1B009BF7-6848-488E-AE27-1EE0E16A9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71094" y="5534025"/>
            <a:ext cx="1395833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GPT-5.4-mini</a:t>
            </a:r>
          </a:p>
        </p:txBody>
      </p:sp>
      <p:sp>
        <p:nvSpPr>
          <p:cNvPr id="348" name="t214">
            <a:extLst xmlns:a="http://schemas.openxmlformats.org/drawingml/2006/main">
              <a:ext uri="{FF2B5EF4-FFF2-40B4-BE49-F238E27FC236}">
                <a16:creationId xmlns:a16="http://schemas.microsoft.com/office/drawing/2014/main" id="{892A8540-EE87-4200-AB46-3C5CAD2EB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58792" y="5177786"/>
            <a:ext cx="419100" cy="44246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850" b="0" i="0">
                <a:solidFill>
                  <a:srgbClr val="427A9C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850" b="0" i="0">
                <a:solidFill>
                  <a:srgbClr val="427A9C"/>
                </a:solidFill>
                <a:latin typeface="Liberation Sans"/>
                <a:ea typeface="Liberation Sans"/>
                <a:cs typeface="Liberation Sans"/>
              </a:rPr>
              <a:t>→</a:t>
            </a:r>
          </a:p>
        </p:txBody>
      </p:sp>
      <p:sp>
        <p:nvSpPr>
          <p:cNvPr id="349" name="t215">
            <a:extLst xmlns:a="http://schemas.openxmlformats.org/drawingml/2006/main">
              <a:ext uri="{FF2B5EF4-FFF2-40B4-BE49-F238E27FC236}">
                <a16:creationId xmlns:a16="http://schemas.microsoft.com/office/drawing/2014/main" id="{A16AA32C-8855-4C43-B9F0-AE63E480F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68417" y="5010150"/>
            <a:ext cx="1067256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1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1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Answer +</a:t>
            </a:r>
          </a:p>
        </p:txBody>
      </p:sp>
      <p:sp>
        <p:nvSpPr>
          <p:cNvPr id="350" name="t216">
            <a:extLst xmlns:a="http://schemas.openxmlformats.org/drawingml/2006/main">
              <a:ext uri="{FF2B5EF4-FFF2-40B4-BE49-F238E27FC236}">
                <a16:creationId xmlns:a16="http://schemas.microsoft.com/office/drawing/2014/main" id="{40C29D01-0C2E-410B-AA1D-2C43A457D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68417" y="5343525"/>
            <a:ext cx="1791159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1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1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retrieved pages</a:t>
            </a:r>
          </a:p>
        </p:txBody>
      </p:sp>
      <p:sp>
        <p:nvSpPr>
          <p:cNvPr id="351" name="t217">
            <a:extLst xmlns:a="http://schemas.openxmlformats.org/drawingml/2006/main">
              <a:ext uri="{FF2B5EF4-FFF2-40B4-BE49-F238E27FC236}">
                <a16:creationId xmlns:a16="http://schemas.microsoft.com/office/drawing/2014/main" id="{1E40FD29-BA55-4DDF-8037-F58AD287F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1014" y="6753225"/>
            <a:ext cx="1023977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1" i="0">
                <a:solidFill>
                  <a:srgbClr val="147BA7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1" i="0">
                <a:solidFill>
                  <a:srgbClr val="147BA7"/>
                </a:solidFill>
                <a:latin typeface="Barlow Condensed"/>
                <a:ea typeface="Barlow Condensed"/>
                <a:cs typeface="Barlow Condensed"/>
              </a:rPr>
              <a:t>R1 · Read</a:t>
            </a:r>
          </a:p>
        </p:txBody>
      </p:sp>
      <p:sp>
        <p:nvSpPr>
          <p:cNvPr id="352" name="t218">
            <a:extLst xmlns:a="http://schemas.openxmlformats.org/drawingml/2006/main">
              <a:ext uri="{FF2B5EF4-FFF2-40B4-BE49-F238E27FC236}">
                <a16:creationId xmlns:a16="http://schemas.microsoft.com/office/drawing/2014/main" id="{14111709-0662-4B0F-901E-5878F44FD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1014" y="7086600"/>
            <a:ext cx="712776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1" i="0">
                <a:solidFill>
                  <a:srgbClr val="147BA7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1" i="0">
                <a:solidFill>
                  <a:srgbClr val="147BA7"/>
                </a:solidFill>
                <a:latin typeface="Barlow Condensed"/>
                <a:ea typeface="Barlow Condensed"/>
                <a:cs typeface="Barlow Condensed"/>
              </a:rPr>
              <a:t>scans</a:t>
            </a:r>
          </a:p>
        </p:txBody>
      </p:sp>
      <p:sp>
        <p:nvSpPr>
          <p:cNvPr id="353" name="t219">
            <a:extLst xmlns:a="http://schemas.openxmlformats.org/drawingml/2006/main">
              <a:ext uri="{FF2B5EF4-FFF2-40B4-BE49-F238E27FC236}">
                <a16:creationId xmlns:a16="http://schemas.microsoft.com/office/drawing/2014/main" id="{975254C2-2870-4F22-8D73-0EC4EB5EE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1014" y="7810500"/>
            <a:ext cx="852071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Convert</a:t>
            </a:r>
          </a:p>
        </p:txBody>
      </p:sp>
      <p:sp>
        <p:nvSpPr>
          <p:cNvPr id="354" name="t220">
            <a:extLst xmlns:a="http://schemas.openxmlformats.org/drawingml/2006/main">
              <a:ext uri="{FF2B5EF4-FFF2-40B4-BE49-F238E27FC236}">
                <a16:creationId xmlns:a16="http://schemas.microsoft.com/office/drawing/2014/main" id="{8AF36AE4-C3C7-466A-98D5-432F45C43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1014" y="8134350"/>
            <a:ext cx="1611634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scanned pages</a:t>
            </a:r>
          </a:p>
        </p:txBody>
      </p:sp>
      <p:sp>
        <p:nvSpPr>
          <p:cNvPr id="355" name="t221">
            <a:extLst xmlns:a="http://schemas.openxmlformats.org/drawingml/2006/main">
              <a:ext uri="{FF2B5EF4-FFF2-40B4-BE49-F238E27FC236}">
                <a16:creationId xmlns:a16="http://schemas.microsoft.com/office/drawing/2014/main" id="{ACB766DE-8021-46C8-87DC-C8B71C955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1014" y="8448675"/>
            <a:ext cx="1654914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into searchable</a:t>
            </a:r>
          </a:p>
        </p:txBody>
      </p:sp>
      <p:sp>
        <p:nvSpPr>
          <p:cNvPr id="356" name="t222">
            <a:extLst xmlns:a="http://schemas.openxmlformats.org/drawingml/2006/main">
              <a:ext uri="{FF2B5EF4-FFF2-40B4-BE49-F238E27FC236}">
                <a16:creationId xmlns:a16="http://schemas.microsoft.com/office/drawing/2014/main" id="{4BC528BF-A6FF-42A7-814F-3F6465EFD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1014" y="8772525"/>
            <a:ext cx="458573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text</a:t>
            </a:r>
          </a:p>
        </p:txBody>
      </p:sp>
      <p:sp>
        <p:nvSpPr>
          <p:cNvPr id="357" name="t223">
            <a:extLst xmlns:a="http://schemas.openxmlformats.org/drawingml/2006/main">
              <a:ext uri="{FF2B5EF4-FFF2-40B4-BE49-F238E27FC236}">
                <a16:creationId xmlns:a16="http://schemas.microsoft.com/office/drawing/2014/main" id="{05151B61-C4BC-4ECA-8E24-A869D9091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1014" y="9801225"/>
            <a:ext cx="1072137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PP-OCRv5</a:t>
            </a:r>
          </a:p>
        </p:txBody>
      </p:sp>
      <p:sp>
        <p:nvSpPr>
          <p:cNvPr id="358" name="t224">
            <a:extLst xmlns:a="http://schemas.openxmlformats.org/drawingml/2006/main">
              <a:ext uri="{FF2B5EF4-FFF2-40B4-BE49-F238E27FC236}">
                <a16:creationId xmlns:a16="http://schemas.microsoft.com/office/drawing/2014/main" id="{12B626FA-DDBF-4879-84BC-10ED807B6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1194" y="6753225"/>
            <a:ext cx="1380289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1" i="0">
                <a:solidFill>
                  <a:srgbClr val="147BA7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1" i="0">
                <a:solidFill>
                  <a:srgbClr val="147BA7"/>
                </a:solidFill>
                <a:latin typeface="Barlow Condensed"/>
                <a:ea typeface="Barlow Condensed"/>
                <a:cs typeface="Barlow Condensed"/>
              </a:rPr>
              <a:t>R2 · Multiple</a:t>
            </a:r>
          </a:p>
        </p:txBody>
      </p:sp>
      <p:sp>
        <p:nvSpPr>
          <p:cNvPr id="359" name="t225">
            <a:extLst xmlns:a="http://schemas.openxmlformats.org/drawingml/2006/main">
              <a:ext uri="{FF2B5EF4-FFF2-40B4-BE49-F238E27FC236}">
                <a16:creationId xmlns:a16="http://schemas.microsoft.com/office/drawing/2014/main" id="{D174F3C7-55A7-495E-8087-FB6E1A9F3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1194" y="7086600"/>
            <a:ext cx="772823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1" i="0">
                <a:solidFill>
                  <a:srgbClr val="147BA7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1" i="0">
                <a:solidFill>
                  <a:srgbClr val="147BA7"/>
                </a:solidFill>
                <a:latin typeface="Barlow Condensed"/>
                <a:ea typeface="Barlow Condensed"/>
                <a:cs typeface="Barlow Condensed"/>
              </a:rPr>
              <a:t>scales</a:t>
            </a:r>
          </a:p>
        </p:txBody>
      </p:sp>
      <p:sp>
        <p:nvSpPr>
          <p:cNvPr id="360" name="t226">
            <a:extLst xmlns:a="http://schemas.openxmlformats.org/drawingml/2006/main">
              <a:ext uri="{FF2B5EF4-FFF2-40B4-BE49-F238E27FC236}">
                <a16:creationId xmlns:a16="http://schemas.microsoft.com/office/drawing/2014/main" id="{05277DE7-2E2A-4DBC-9EEA-D14A62748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1194" y="7810500"/>
            <a:ext cx="1106580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Represent</a:t>
            </a:r>
          </a:p>
        </p:txBody>
      </p:sp>
      <p:sp>
        <p:nvSpPr>
          <p:cNvPr id="361" name="t227">
            <a:extLst xmlns:a="http://schemas.openxmlformats.org/drawingml/2006/main">
              <a:ext uri="{FF2B5EF4-FFF2-40B4-BE49-F238E27FC236}">
                <a16:creationId xmlns:a16="http://schemas.microsoft.com/office/drawing/2014/main" id="{9829177C-2525-4210-AE66-A30211636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1194" y="8134350"/>
            <a:ext cx="1255322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evidence at</a:t>
            </a:r>
          </a:p>
        </p:txBody>
      </p:sp>
      <p:sp>
        <p:nvSpPr>
          <p:cNvPr id="362" name="t228">
            <a:extLst xmlns:a="http://schemas.openxmlformats.org/drawingml/2006/main">
              <a:ext uri="{FF2B5EF4-FFF2-40B4-BE49-F238E27FC236}">
                <a16:creationId xmlns:a16="http://schemas.microsoft.com/office/drawing/2014/main" id="{807009BD-1C8D-40C8-8728-4104C0A60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1194" y="8448675"/>
            <a:ext cx="1609501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multiple scales</a:t>
            </a:r>
          </a:p>
        </p:txBody>
      </p:sp>
      <p:sp>
        <p:nvSpPr>
          <p:cNvPr id="363" name="t229">
            <a:extLst xmlns:a="http://schemas.openxmlformats.org/drawingml/2006/main">
              <a:ext uri="{FF2B5EF4-FFF2-40B4-BE49-F238E27FC236}">
                <a16:creationId xmlns:a16="http://schemas.microsoft.com/office/drawing/2014/main" id="{C745361E-EDED-4A7C-AFCF-336FF564D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1194" y="9801225"/>
            <a:ext cx="1724106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Pages, sections,</a:t>
            </a:r>
          </a:p>
        </p:txBody>
      </p:sp>
      <p:sp>
        <p:nvSpPr>
          <p:cNvPr id="364" name="t230">
            <a:extLst xmlns:a="http://schemas.openxmlformats.org/drawingml/2006/main">
              <a:ext uri="{FF2B5EF4-FFF2-40B4-BE49-F238E27FC236}">
                <a16:creationId xmlns:a16="http://schemas.microsoft.com/office/drawing/2014/main" id="{69633F5F-F83F-44E9-B605-3566205D8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1194" y="10134600"/>
            <a:ext cx="895352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clauses,</a:t>
            </a:r>
          </a:p>
        </p:txBody>
      </p:sp>
      <p:sp>
        <p:nvSpPr>
          <p:cNvPr id="365" name="t231">
            <a:extLst xmlns:a="http://schemas.openxmlformats.org/drawingml/2006/main">
              <a:ext uri="{FF2B5EF4-FFF2-40B4-BE49-F238E27FC236}">
                <a16:creationId xmlns:a16="http://schemas.microsoft.com/office/drawing/2014/main" id="{893A1442-9251-47BE-9261-6840603F1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1194" y="10467975"/>
            <a:ext cx="1453745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microchunks,</a:t>
            </a:r>
          </a:p>
        </p:txBody>
      </p:sp>
      <p:sp>
        <p:nvSpPr>
          <p:cNvPr id="366" name="t232">
            <a:extLst xmlns:a="http://schemas.openxmlformats.org/drawingml/2006/main">
              <a:ext uri="{FF2B5EF4-FFF2-40B4-BE49-F238E27FC236}">
                <a16:creationId xmlns:a16="http://schemas.microsoft.com/office/drawing/2014/main" id="{C49EF922-1EAE-4E2B-ADF1-9894CC6F6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1194" y="10791825"/>
            <a:ext cx="685954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tables</a:t>
            </a:r>
          </a:p>
        </p:txBody>
      </p:sp>
      <p:sp>
        <p:nvSpPr>
          <p:cNvPr id="367" name="t233">
            <a:extLst xmlns:a="http://schemas.openxmlformats.org/drawingml/2006/main">
              <a:ext uri="{FF2B5EF4-FFF2-40B4-BE49-F238E27FC236}">
                <a16:creationId xmlns:a16="http://schemas.microsoft.com/office/drawing/2014/main" id="{C5DCA467-8417-40A1-B990-FA1FEB75A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1523" y="6753225"/>
            <a:ext cx="1673813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1" i="0">
                <a:solidFill>
                  <a:srgbClr val="3B782D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1" i="0">
                <a:solidFill>
                  <a:srgbClr val="3B782D"/>
                </a:solidFill>
                <a:latin typeface="Barlow Condensed"/>
                <a:ea typeface="Barlow Condensed"/>
                <a:cs typeface="Barlow Condensed"/>
              </a:rPr>
              <a:t>R3 · Find exact</a:t>
            </a:r>
          </a:p>
        </p:txBody>
      </p:sp>
      <p:sp>
        <p:nvSpPr>
          <p:cNvPr id="368" name="t234">
            <a:extLst xmlns:a="http://schemas.openxmlformats.org/drawingml/2006/main">
              <a:ext uri="{FF2B5EF4-FFF2-40B4-BE49-F238E27FC236}">
                <a16:creationId xmlns:a16="http://schemas.microsoft.com/office/drawing/2014/main" id="{3446023A-BA0A-4E67-AB0A-52808CA23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1523" y="7086600"/>
            <a:ext cx="1127916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1" i="0">
                <a:solidFill>
                  <a:srgbClr val="3B782D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1" i="0">
                <a:solidFill>
                  <a:srgbClr val="3B782D"/>
                </a:solidFill>
                <a:latin typeface="Barlow Condensed"/>
                <a:ea typeface="Barlow Condensed"/>
                <a:cs typeface="Barlow Condensed"/>
              </a:rPr>
              <a:t>terms too</a:t>
            </a:r>
          </a:p>
        </p:txBody>
      </p:sp>
      <p:sp>
        <p:nvSpPr>
          <p:cNvPr id="369" name="t235">
            <a:extLst xmlns:a="http://schemas.openxmlformats.org/drawingml/2006/main">
              <a:ext uri="{FF2B5EF4-FFF2-40B4-BE49-F238E27FC236}">
                <a16:creationId xmlns:a16="http://schemas.microsoft.com/office/drawing/2014/main" id="{AB9545B0-2609-4331-8F0C-5F8D243C1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1523" y="7810500"/>
            <a:ext cx="959055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Combine</a:t>
            </a:r>
          </a:p>
        </p:txBody>
      </p:sp>
      <p:sp>
        <p:nvSpPr>
          <p:cNvPr id="370" name="t236">
            <a:extLst xmlns:a="http://schemas.openxmlformats.org/drawingml/2006/main">
              <a:ext uri="{FF2B5EF4-FFF2-40B4-BE49-F238E27FC236}">
                <a16:creationId xmlns:a16="http://schemas.microsoft.com/office/drawing/2014/main" id="{14E963EC-9658-4950-B632-45A1CC95F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1523" y="8134350"/>
            <a:ext cx="1460148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semantic and</a:t>
            </a:r>
          </a:p>
        </p:txBody>
      </p:sp>
      <p:sp>
        <p:nvSpPr>
          <p:cNvPr id="371" name="t237">
            <a:extLst xmlns:a="http://schemas.openxmlformats.org/drawingml/2006/main">
              <a:ext uri="{FF2B5EF4-FFF2-40B4-BE49-F238E27FC236}">
                <a16:creationId xmlns:a16="http://schemas.microsoft.com/office/drawing/2014/main" id="{17356B61-5C41-4F8C-9DF8-DB0FFB511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1523" y="8448675"/>
            <a:ext cx="1225756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exact-word</a:t>
            </a:r>
          </a:p>
        </p:txBody>
      </p:sp>
      <p:sp>
        <p:nvSpPr>
          <p:cNvPr id="372" name="t238">
            <a:extLst xmlns:a="http://schemas.openxmlformats.org/drawingml/2006/main">
              <a:ext uri="{FF2B5EF4-FFF2-40B4-BE49-F238E27FC236}">
                <a16:creationId xmlns:a16="http://schemas.microsoft.com/office/drawing/2014/main" id="{B1757F31-21B5-4DA4-A629-4F7232542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1523" y="8772525"/>
            <a:ext cx="759411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search</a:t>
            </a:r>
          </a:p>
        </p:txBody>
      </p:sp>
      <p:sp>
        <p:nvSpPr>
          <p:cNvPr id="373" name="t239">
            <a:extLst xmlns:a="http://schemas.openxmlformats.org/drawingml/2006/main">
              <a:ext uri="{FF2B5EF4-FFF2-40B4-BE49-F238E27FC236}">
                <a16:creationId xmlns:a16="http://schemas.microsoft.com/office/drawing/2014/main" id="{892F8A48-B547-48B8-8B91-C83F78D02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1523" y="9801225"/>
            <a:ext cx="1249835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BM25 + RRF</a:t>
            </a:r>
          </a:p>
        </p:txBody>
      </p:sp>
      <p:sp>
        <p:nvSpPr>
          <p:cNvPr id="374" name="t240">
            <a:extLst xmlns:a="http://schemas.openxmlformats.org/drawingml/2006/main">
              <a:ext uri="{FF2B5EF4-FFF2-40B4-BE49-F238E27FC236}">
                <a16:creationId xmlns:a16="http://schemas.microsoft.com/office/drawing/2014/main" id="{005F2682-6A34-46A6-9843-5F7EF9FBD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61853" y="6753225"/>
            <a:ext cx="1548236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1" i="0">
                <a:solidFill>
                  <a:srgbClr val="3B782D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1" i="0">
                <a:solidFill>
                  <a:srgbClr val="3B782D"/>
                </a:solidFill>
                <a:latin typeface="Barlow Condensed"/>
                <a:ea typeface="Barlow Condensed"/>
                <a:cs typeface="Barlow Condensed"/>
              </a:rPr>
              <a:t>R4 · Prioritize</a:t>
            </a:r>
          </a:p>
        </p:txBody>
      </p:sp>
      <p:sp>
        <p:nvSpPr>
          <p:cNvPr id="375" name="t241">
            <a:extLst xmlns:a="http://schemas.openxmlformats.org/drawingml/2006/main">
              <a:ext uri="{FF2B5EF4-FFF2-40B4-BE49-F238E27FC236}">
                <a16:creationId xmlns:a16="http://schemas.microsoft.com/office/drawing/2014/main" id="{57201F69-1613-4BCB-9477-9F2BD240F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61853" y="7086600"/>
            <a:ext cx="733808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1" i="0">
                <a:solidFill>
                  <a:srgbClr val="3B782D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1" i="0">
                <a:solidFill>
                  <a:srgbClr val="3B782D"/>
                </a:solidFill>
                <a:latin typeface="Barlow Condensed"/>
                <a:ea typeface="Barlow Condensed"/>
                <a:cs typeface="Barlow Condensed"/>
              </a:rPr>
              <a:t>better</a:t>
            </a:r>
          </a:p>
        </p:txBody>
      </p:sp>
      <p:sp>
        <p:nvSpPr>
          <p:cNvPr id="376" name="t242">
            <a:extLst xmlns:a="http://schemas.openxmlformats.org/drawingml/2006/main">
              <a:ext uri="{FF2B5EF4-FFF2-40B4-BE49-F238E27FC236}">
                <a16:creationId xmlns:a16="http://schemas.microsoft.com/office/drawing/2014/main" id="{9068546D-E93A-4D84-8A68-9C99F1101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61853" y="7419975"/>
            <a:ext cx="1055373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1" i="0">
                <a:solidFill>
                  <a:srgbClr val="3B782D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1" i="0">
                <a:solidFill>
                  <a:srgbClr val="3B782D"/>
                </a:solidFill>
                <a:latin typeface="Barlow Condensed"/>
                <a:ea typeface="Barlow Condensed"/>
                <a:cs typeface="Barlow Condensed"/>
              </a:rPr>
              <a:t>evidence</a:t>
            </a:r>
          </a:p>
        </p:txBody>
      </p:sp>
      <p:sp>
        <p:nvSpPr>
          <p:cNvPr id="377" name="t243">
            <a:extLst xmlns:a="http://schemas.openxmlformats.org/drawingml/2006/main">
              <a:ext uri="{FF2B5EF4-FFF2-40B4-BE49-F238E27FC236}">
                <a16:creationId xmlns:a16="http://schemas.microsoft.com/office/drawing/2014/main" id="{199DB3AA-FD53-4B97-AE70-D93D32355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61853" y="7810500"/>
            <a:ext cx="1551587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Move the most</a:t>
            </a:r>
          </a:p>
        </p:txBody>
      </p:sp>
      <p:sp>
        <p:nvSpPr>
          <p:cNvPr id="378" name="t244">
            <a:extLst xmlns:a="http://schemas.openxmlformats.org/drawingml/2006/main">
              <a:ext uri="{FF2B5EF4-FFF2-40B4-BE49-F238E27FC236}">
                <a16:creationId xmlns:a16="http://schemas.microsoft.com/office/drawing/2014/main" id="{0BFE4129-F986-4887-999F-0FDA00DE5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61853" y="8134350"/>
            <a:ext cx="896572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relevant</a:t>
            </a:r>
          </a:p>
        </p:txBody>
      </p:sp>
      <p:sp>
        <p:nvSpPr>
          <p:cNvPr id="379" name="t245">
            <a:extLst xmlns:a="http://schemas.openxmlformats.org/drawingml/2006/main">
              <a:ext uri="{FF2B5EF4-FFF2-40B4-BE49-F238E27FC236}">
                <a16:creationId xmlns:a16="http://schemas.microsoft.com/office/drawing/2014/main" id="{273D3E62-3958-4F12-A059-AD82768AE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61853" y="8448675"/>
            <a:ext cx="1687530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passages to the</a:t>
            </a:r>
          </a:p>
        </p:txBody>
      </p:sp>
      <p:sp>
        <p:nvSpPr>
          <p:cNvPr id="380" name="t246">
            <a:extLst xmlns:a="http://schemas.openxmlformats.org/drawingml/2006/main">
              <a:ext uri="{FF2B5EF4-FFF2-40B4-BE49-F238E27FC236}">
                <a16:creationId xmlns:a16="http://schemas.microsoft.com/office/drawing/2014/main" id="{275F4A57-E584-4DA3-9C74-134EB6EA7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61853" y="8772525"/>
            <a:ext cx="395478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top</a:t>
            </a:r>
          </a:p>
        </p:txBody>
      </p:sp>
      <p:sp>
        <p:nvSpPr>
          <p:cNvPr id="381" name="t247">
            <a:extLst xmlns:a="http://schemas.openxmlformats.org/drawingml/2006/main">
              <a:ext uri="{FF2B5EF4-FFF2-40B4-BE49-F238E27FC236}">
                <a16:creationId xmlns:a16="http://schemas.microsoft.com/office/drawing/2014/main" id="{32771DA2-8E9D-41C3-A1F1-E6A626D22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61853" y="9801225"/>
            <a:ext cx="831038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Qwen3-</a:t>
            </a:r>
          </a:p>
        </p:txBody>
      </p:sp>
      <p:sp>
        <p:nvSpPr>
          <p:cNvPr id="382" name="t248">
            <a:extLst xmlns:a="http://schemas.openxmlformats.org/drawingml/2006/main">
              <a:ext uri="{FF2B5EF4-FFF2-40B4-BE49-F238E27FC236}">
                <a16:creationId xmlns:a16="http://schemas.microsoft.com/office/drawing/2014/main" id="{18CFE005-F806-40F5-B8EC-A09B23F1D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61853" y="10134600"/>
            <a:ext cx="993194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Reranker</a:t>
            </a:r>
          </a:p>
        </p:txBody>
      </p:sp>
      <p:sp>
        <p:nvSpPr>
          <p:cNvPr id="383" name="t249">
            <a:extLst xmlns:a="http://schemas.openxmlformats.org/drawingml/2006/main">
              <a:ext uri="{FF2B5EF4-FFF2-40B4-BE49-F238E27FC236}">
                <a16:creationId xmlns:a16="http://schemas.microsoft.com/office/drawing/2014/main" id="{049D696D-EB4D-4AD4-BB2E-73DD344A0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82182" y="6753225"/>
            <a:ext cx="1623523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1" i="0">
                <a:solidFill>
                  <a:srgbClr val="AB5826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1" i="0">
                <a:solidFill>
                  <a:srgbClr val="AB5826"/>
                </a:solidFill>
                <a:latin typeface="Barlow Condensed"/>
                <a:ea typeface="Barlow Condensed"/>
                <a:cs typeface="Barlow Condensed"/>
              </a:rPr>
              <a:t>R5 · Check the</a:t>
            </a:r>
          </a:p>
        </p:txBody>
      </p:sp>
      <p:sp>
        <p:nvSpPr>
          <p:cNvPr id="384" name="t250">
            <a:extLst xmlns:a="http://schemas.openxmlformats.org/drawingml/2006/main">
              <a:ext uri="{FF2B5EF4-FFF2-40B4-BE49-F238E27FC236}">
                <a16:creationId xmlns:a16="http://schemas.microsoft.com/office/drawing/2014/main" id="{1B53577F-AF64-4DE3-A9B3-F72BF823E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82182" y="7086600"/>
            <a:ext cx="861822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1" i="0">
                <a:solidFill>
                  <a:srgbClr val="AB5826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1" i="0">
                <a:solidFill>
                  <a:srgbClr val="AB5826"/>
                </a:solidFill>
                <a:latin typeface="Barlow Condensed"/>
                <a:ea typeface="Barlow Condensed"/>
                <a:cs typeface="Barlow Condensed"/>
              </a:rPr>
              <a:t>answer</a:t>
            </a:r>
          </a:p>
        </p:txBody>
      </p:sp>
      <p:sp>
        <p:nvSpPr>
          <p:cNvPr id="385" name="t251">
            <a:extLst xmlns:a="http://schemas.openxmlformats.org/drawingml/2006/main">
              <a:ext uri="{FF2B5EF4-FFF2-40B4-BE49-F238E27FC236}">
                <a16:creationId xmlns:a16="http://schemas.microsoft.com/office/drawing/2014/main" id="{2E490E47-0555-49AC-88BA-979CBEB66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82182" y="7810500"/>
            <a:ext cx="1543966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Normalize and</a:t>
            </a:r>
          </a:p>
        </p:txBody>
      </p:sp>
      <p:sp>
        <p:nvSpPr>
          <p:cNvPr id="386" name="t252">
            <a:extLst xmlns:a="http://schemas.openxmlformats.org/drawingml/2006/main">
              <a:ext uri="{FF2B5EF4-FFF2-40B4-BE49-F238E27FC236}">
                <a16:creationId xmlns:a16="http://schemas.microsoft.com/office/drawing/2014/main" id="{02C40BB6-5DAD-4835-B821-29DFED806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82182" y="8134350"/>
            <a:ext cx="1271170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validate the</a:t>
            </a:r>
          </a:p>
        </p:txBody>
      </p:sp>
      <p:sp>
        <p:nvSpPr>
          <p:cNvPr id="387" name="t253">
            <a:extLst xmlns:a="http://schemas.openxmlformats.org/drawingml/2006/main">
              <a:ext uri="{FF2B5EF4-FFF2-40B4-BE49-F238E27FC236}">
                <a16:creationId xmlns:a16="http://schemas.microsoft.com/office/drawing/2014/main" id="{5EE121BC-DE7E-43DB-8EF6-5749BDDCF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82182" y="8448675"/>
            <a:ext cx="1006300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expected</a:t>
            </a:r>
          </a:p>
        </p:txBody>
      </p:sp>
      <p:sp>
        <p:nvSpPr>
          <p:cNvPr id="388" name="t254">
            <a:extLst xmlns:a="http://schemas.openxmlformats.org/drawingml/2006/main">
              <a:ext uri="{FF2B5EF4-FFF2-40B4-BE49-F238E27FC236}">
                <a16:creationId xmlns:a16="http://schemas.microsoft.com/office/drawing/2014/main" id="{1E717A7F-B321-496B-8E4E-240F4D9FD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82182" y="8772525"/>
            <a:ext cx="1312318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answer type</a:t>
            </a:r>
          </a:p>
        </p:txBody>
      </p:sp>
      <p:sp>
        <p:nvSpPr>
          <p:cNvPr id="389" name="t255">
            <a:extLst xmlns:a="http://schemas.openxmlformats.org/drawingml/2006/main">
              <a:ext uri="{FF2B5EF4-FFF2-40B4-BE49-F238E27FC236}">
                <a16:creationId xmlns:a16="http://schemas.microsoft.com/office/drawing/2014/main" id="{51729C4B-8DBD-4D1E-9C2A-8B599B4C0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82182" y="9801225"/>
            <a:ext cx="1546710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Typed schema</a:t>
            </a:r>
          </a:p>
        </p:txBody>
      </p:sp>
      <p:sp>
        <p:nvSpPr>
          <p:cNvPr id="390" name="t256">
            <a:extLst xmlns:a="http://schemas.openxmlformats.org/drawingml/2006/main">
              <a:ext uri="{FF2B5EF4-FFF2-40B4-BE49-F238E27FC236}">
                <a16:creationId xmlns:a16="http://schemas.microsoft.com/office/drawing/2014/main" id="{4F70F5AF-8EFC-4C14-B006-64EA3A1CA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02511" y="6753225"/>
            <a:ext cx="1228193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1" i="0">
                <a:solidFill>
                  <a:srgbClr val="6845A0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1" i="0">
                <a:solidFill>
                  <a:srgbClr val="6845A0"/>
                </a:solidFill>
                <a:latin typeface="Barlow Condensed"/>
                <a:ea typeface="Barlow Condensed"/>
                <a:cs typeface="Barlow Condensed"/>
              </a:rPr>
              <a:t>R6 · Refine</a:t>
            </a:r>
          </a:p>
        </p:txBody>
      </p:sp>
      <p:sp>
        <p:nvSpPr>
          <p:cNvPr id="391" name="t257">
            <a:extLst xmlns:a="http://schemas.openxmlformats.org/drawingml/2006/main">
              <a:ext uri="{FF2B5EF4-FFF2-40B4-BE49-F238E27FC236}">
                <a16:creationId xmlns:a16="http://schemas.microsoft.com/office/drawing/2014/main" id="{48E2EB3A-5B90-4DDE-9586-29B2B464A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02511" y="7086600"/>
            <a:ext cx="1032818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1" i="0">
                <a:solidFill>
                  <a:srgbClr val="6845A0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1" i="0">
                <a:solidFill>
                  <a:srgbClr val="6845A0"/>
                </a:solidFill>
                <a:latin typeface="Barlow Condensed"/>
                <a:ea typeface="Barlow Condensed"/>
                <a:cs typeface="Barlow Condensed"/>
              </a:rPr>
              <a:t>citations</a:t>
            </a:r>
          </a:p>
        </p:txBody>
      </p:sp>
      <p:sp>
        <p:nvSpPr>
          <p:cNvPr id="392" name="t258">
            <a:extLst xmlns:a="http://schemas.openxmlformats.org/drawingml/2006/main">
              <a:ext uri="{FF2B5EF4-FFF2-40B4-BE49-F238E27FC236}">
                <a16:creationId xmlns:a16="http://schemas.microsoft.com/office/drawing/2014/main" id="{38A5BDF2-6AEA-44A7-8032-E54DA1137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02511" y="7810500"/>
            <a:ext cx="1057508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Keep only</a:t>
            </a:r>
          </a:p>
        </p:txBody>
      </p:sp>
      <p:sp>
        <p:nvSpPr>
          <p:cNvPr id="393" name="t259">
            <a:extLst xmlns:a="http://schemas.openxmlformats.org/drawingml/2006/main">
              <a:ext uri="{FF2B5EF4-FFF2-40B4-BE49-F238E27FC236}">
                <a16:creationId xmlns:a16="http://schemas.microsoft.com/office/drawing/2014/main" id="{B377EB4C-6959-44CA-97CA-F9028AD75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02511" y="8134350"/>
            <a:ext cx="1155650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pages that</a:t>
            </a:r>
          </a:p>
        </p:txBody>
      </p:sp>
      <p:sp>
        <p:nvSpPr>
          <p:cNvPr id="394" name="t260">
            <a:extLst xmlns:a="http://schemas.openxmlformats.org/drawingml/2006/main">
              <a:ext uri="{FF2B5EF4-FFF2-40B4-BE49-F238E27FC236}">
                <a16:creationId xmlns:a16="http://schemas.microsoft.com/office/drawing/2014/main" id="{4844FF50-C295-4F85-ACB2-7413E8E10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02511" y="8448675"/>
            <a:ext cx="1253793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support the</a:t>
            </a:r>
          </a:p>
        </p:txBody>
      </p:sp>
      <p:sp>
        <p:nvSpPr>
          <p:cNvPr id="395" name="t261">
            <a:extLst xmlns:a="http://schemas.openxmlformats.org/drawingml/2006/main">
              <a:ext uri="{FF2B5EF4-FFF2-40B4-BE49-F238E27FC236}">
                <a16:creationId xmlns:a16="http://schemas.microsoft.com/office/drawing/2014/main" id="{8B15E6E6-D50F-49EA-BA25-B1B222D56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02511" y="8772525"/>
            <a:ext cx="1322074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final answer</a:t>
            </a:r>
          </a:p>
        </p:txBody>
      </p:sp>
      <p:sp>
        <p:nvSpPr>
          <p:cNvPr id="396" name="t262">
            <a:extLst xmlns:a="http://schemas.openxmlformats.org/drawingml/2006/main">
              <a:ext uri="{FF2B5EF4-FFF2-40B4-BE49-F238E27FC236}">
                <a16:creationId xmlns:a16="http://schemas.microsoft.com/office/drawing/2014/main" id="{F53AD68C-1D39-439D-8F0E-6AECC02DE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02511" y="9801225"/>
            <a:ext cx="1284887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Supporting-</a:t>
            </a:r>
          </a:p>
        </p:txBody>
      </p:sp>
      <p:sp>
        <p:nvSpPr>
          <p:cNvPr id="397" name="t263">
            <a:extLst xmlns:a="http://schemas.openxmlformats.org/drawingml/2006/main">
              <a:ext uri="{FF2B5EF4-FFF2-40B4-BE49-F238E27FC236}">
                <a16:creationId xmlns:a16="http://schemas.microsoft.com/office/drawing/2014/main" id="{4A4A9E74-4243-4E26-B52C-DB264A3BA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02511" y="10134600"/>
            <a:ext cx="690829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chunk</a:t>
            </a:r>
          </a:p>
        </p:txBody>
      </p:sp>
      <p:sp>
        <p:nvSpPr>
          <p:cNvPr id="398" name="t264">
            <a:extLst xmlns:a="http://schemas.openxmlformats.org/drawingml/2006/main">
              <a:ext uri="{FF2B5EF4-FFF2-40B4-BE49-F238E27FC236}">
                <a16:creationId xmlns:a16="http://schemas.microsoft.com/office/drawing/2014/main" id="{6720A711-27E9-4C07-B659-D3F8D5022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02511" y="10467975"/>
            <a:ext cx="1177292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400" b="0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references</a:t>
            </a:r>
          </a:p>
        </p:txBody>
      </p:sp>
      <p:sp>
        <p:nvSpPr>
          <p:cNvPr id="399" name="t265">
            <a:extLst xmlns:a="http://schemas.openxmlformats.org/drawingml/2006/main">
              <a:ext uri="{FF2B5EF4-FFF2-40B4-BE49-F238E27FC236}">
                <a16:creationId xmlns:a16="http://schemas.microsoft.com/office/drawing/2014/main" id="{E67BD05E-14E0-4DD3-A76F-AB9331CF4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84399" y="2660714"/>
            <a:ext cx="520281" cy="3885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99" b="1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299" b="1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65.4</a:t>
            </a:r>
          </a:p>
        </p:txBody>
      </p:sp>
      <p:sp>
        <p:nvSpPr>
          <p:cNvPr id="400" name="t266">
            <a:extLst xmlns:a="http://schemas.openxmlformats.org/drawingml/2006/main">
              <a:ext uri="{FF2B5EF4-FFF2-40B4-BE49-F238E27FC236}">
                <a16:creationId xmlns:a16="http://schemas.microsoft.com/office/drawing/2014/main" id="{C66BFD7B-5F18-4819-A1FD-57D557BF7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66203" y="3260789"/>
            <a:ext cx="519987" cy="3885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99" b="1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299" b="1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46.2</a:t>
            </a:r>
          </a:p>
        </p:txBody>
      </p:sp>
      <p:sp>
        <p:nvSpPr>
          <p:cNvPr id="401" name="t267">
            <a:extLst xmlns:a="http://schemas.openxmlformats.org/drawingml/2006/main">
              <a:ext uri="{FF2B5EF4-FFF2-40B4-BE49-F238E27FC236}">
                <a16:creationId xmlns:a16="http://schemas.microsoft.com/office/drawing/2014/main" id="{A595E34E-F011-4D37-9986-72F9A71B0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10419" y="3860864"/>
            <a:ext cx="505972" cy="3885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99" b="1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defRPr>
            </a:pPr>
            <a:r>
              <a:rPr sz="2299" b="1" i="0">
                <a:solidFill>
                  <a:srgbClr val="18334A"/>
                </a:solidFill>
                <a:latin typeface="Barlow Condensed"/>
                <a:ea typeface="Barlow Condensed"/>
                <a:cs typeface="Barlow Condensed"/>
              </a:rPr>
              <a:t>63.2</a:t>
            </a:r>
          </a:p>
        </p:txBody>
      </p:sp>
    </p:spTree>
    <p:extLst>
      <p:ext uri="{BB962C8B-B14F-4D97-AF65-F5344CB8AC3E}">
        <p14:creationId xmlns:p14="http://schemas.microsoft.com/office/powerpoint/2010/main" val="25995601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2026-09-28T23:12:59.8550000Z</dcterms:created>
  <dcterms:modified xsi:type="dcterms:W3CDTF">2026-09-28T23:12:59.8550000Z</dcterms:modified>
</coreProperties>
</file>