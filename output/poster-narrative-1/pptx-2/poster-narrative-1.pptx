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0f7d6d0f6e4c6e" /><Relationship Type="http://schemas.openxmlformats.org/officeDocument/2006/relationships/extended-properties" Target="/docProps/app.xml" Id="Rf17c356013844c3e" /><Relationship Type="http://schemas.openxmlformats.org/officeDocument/2006/relationships/officeDocument" Target="/ppt/presentation.xml" Id="Rcec48fcc3cff47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ecbd39499c4150"/>
  </p:sldMasterIdLst>
  <p:notesMasterIdLst>
    <p:notesMasterId xmlns:r="http://schemas.openxmlformats.org/officeDocument/2006/relationships" r:id="Rdb156f4944fe4ef9"/>
  </p:notesMasterIdLst>
  <p:sldIdLst>
    <p:sldId xmlns:r="http://schemas.openxmlformats.org/officeDocument/2006/relationships" id="256" r:id="R9cc85b20490d437b"/>
  </p:sldIdLst>
  <p:sldSz cx="30276000" cy="2138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68a0b67f2e4531" /><Relationship Type="http://schemas.openxmlformats.org/officeDocument/2006/relationships/slideMaster" Target="/ppt/slideMasters/slideMaster1.xml" Id="Rd2ecbd39499c4150" /><Relationship Type="http://schemas.openxmlformats.org/officeDocument/2006/relationships/notesMaster" Target="/ppt/notesMasters/notesMaster1.xml" Id="Rdb156f4944fe4ef9" /><Relationship Type="http://schemas.openxmlformats.org/officeDocument/2006/relationships/presProps" Target="/ppt/presProps.xml" Id="R2ac2026fa9ac4d81" /><Relationship Type="http://schemas.openxmlformats.org/officeDocument/2006/relationships/tableStyles" Target="/ppt/tableStyles.xml" Id="R861c74be54cd48ff" /><Relationship Type="http://schemas.openxmlformats.org/officeDocument/2006/relationships/slide" Target="/ppt/slides/slide1.xml" Id="R9cc85b20490d43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9f4200ea2743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c700ef4a634892" /><Relationship Type="http://schemas.openxmlformats.org/officeDocument/2006/relationships/notesMaster" Target="/ppt/notesMasters/notesMaster1.xml" Id="R29d78f95526847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89dbcb98f4e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4727e40fb843db" /><Relationship Type="http://schemas.openxmlformats.org/officeDocument/2006/relationships/slideLayout" Target="/ppt/slideLayouts/slideLayout1.xml" Id="R34d2f57b7e264a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d2f57b7e264a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03954172742bb" /><Relationship Type="http://schemas.openxmlformats.org/officeDocument/2006/relationships/image" Target="/ppt/media/image.png" Id="R92aebd80d97b4f5c" /><Relationship Type="http://schemas.openxmlformats.org/officeDocument/2006/relationships/notesSlide" Target="/ppt/notesSlides/notesSlide1.xml" Id="R42f8300cdcb94b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ebd80d97b4f5c"/>
          <a:stretch xmlns:a="http://schemas.openxmlformats.org/drawingml/2006/main"/>
        </p:blipFill>
        <p:spPr>
          <a:xfrm xmlns:a="http://schemas.openxmlformats.org/drawingml/2006/main">
            <a:off x="3442" y="0"/>
            <a:ext cx="30269116" cy="2138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94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2026-09-04T00:43:46.8360000Z</dcterms:created>
  <dcterms:modified xsi:type="dcterms:W3CDTF">2026-09-04T00:43:46.8360000Z</dcterms:modified>
</coreProperties>
</file>